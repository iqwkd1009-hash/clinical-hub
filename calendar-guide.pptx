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5" r:id="rId4"/>
  </p:sldMasterIdLst>
  <p:notesMasterIdLst>
    <p:notesMasterId r:id="rId12"/>
  </p:notesMasterIdLst>
  <p:handoutMasterIdLst>
    <p:handoutMasterId r:id="rId13"/>
  </p:handoutMasterIdLst>
  <p:sldIdLst>
    <p:sldId id="259" r:id="rId5"/>
    <p:sldId id="4190" r:id="rId6"/>
    <p:sldId id="4189" r:id="rId7"/>
    <p:sldId id="4191" r:id="rId8"/>
    <p:sldId id="256" r:id="rId9"/>
    <p:sldId id="4229" r:id="rId10"/>
    <p:sldId id="2147483605" r:id="rId11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384A1ED-E666-4B18-9E46-341A3F7C9099}">
          <p14:sldIdLst/>
        </p14:section>
        <p14:section name="Calender 사용 방법" id="{B6288B48-14AD-43CC-9587-1EDFD597C82D}">
          <p14:sldIdLst>
            <p14:sldId id="259"/>
            <p14:sldId id="4190"/>
            <p14:sldId id="4189"/>
            <p14:sldId id="4191"/>
            <p14:sldId id="256"/>
            <p14:sldId id="4229"/>
          </p14:sldIdLst>
        </p14:section>
        <p14:section name="Sample Layouts" id="{71DAD32C-745E-4319-A9ED-81F3E551C20C}">
          <p14:sldIdLst>
            <p14:sldId id="214748360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5CE632-6390-7BBD-B559-DE565BCA1B7A}" name="Reema Sil" initials="RS" userId="F+uPHOLmaRtYzIkA/iiFk7OJICc1LwjKWETUdoJIKHA=" providerId="None"/>
  <p188:author id="{5F0D7795-E88F-DC82-0B2C-7D54C7CD2498}" name="Erin Casey" initials="EC" userId="S::Erin.Casey@intusurg.com::ed5ab25b-f110-4ef5-a208-465c38f47c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DC2"/>
    <a:srgbClr val="FFD980"/>
    <a:srgbClr val="E8EEFF"/>
    <a:srgbClr val="EEE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026" autoAdjust="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18842-B89C-4FEF-A308-9963180E91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526218" y="9631269"/>
            <a:ext cx="1557026" cy="2952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300"/>
            </a:lvl1pPr>
          </a:lstStyle>
          <a:p>
            <a:r>
              <a:rPr lang="en-US" sz="800">
                <a:solidFill>
                  <a:schemeClr val="accent3">
                    <a:lumMod val="75000"/>
                  </a:schemeClr>
                </a:solidFill>
              </a:rPr>
              <a:t>MATXXXXX vX US XX/202X</a:t>
            </a:r>
          </a:p>
        </p:txBody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84F02B-CB5F-41B0-A1D5-1671F67D42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22290" y="311850"/>
            <a:ext cx="4003911" cy="29130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/>
            </a:lvl1pPr>
          </a:lstStyle>
          <a:p>
            <a:endParaRPr lang="en-US" sz="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EDCD9-8732-4072-A9D9-CD61F5B99F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22290" y="9631369"/>
            <a:ext cx="4003911" cy="2952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300"/>
            </a:lvl1pPr>
          </a:lstStyle>
          <a:p>
            <a:r>
              <a:rPr lang="en-GB" sz="800">
                <a:solidFill>
                  <a:schemeClr val="accent3">
                    <a:lumMod val="75000"/>
                  </a:schemeClr>
                </a:solidFill>
              </a:rPr>
              <a:t>For Intuitive internal use only—may not be shared or distributed.</a:t>
            </a:r>
            <a:endParaRPr lang="en-US" sz="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3F0E5-C81B-4BA4-9AAA-BAA772C0DF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86676" y="9631370"/>
            <a:ext cx="515297" cy="2952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300"/>
            </a:lvl1pPr>
          </a:lstStyle>
          <a:p>
            <a:fld id="{EF6787C9-FB84-457A-99D8-B88CD3C4E8A8}" type="slidenum">
              <a:rPr lang="en-US" sz="800">
                <a:solidFill>
                  <a:schemeClr val="accent3">
                    <a:lumMod val="75000"/>
                  </a:schemeClr>
                </a:solidFill>
              </a:rPr>
              <a:t>‹#›</a:t>
            </a:fld>
            <a:endParaRPr lang="en-US" sz="80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772477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385" userDrawn="1">
          <p15:clr>
            <a:srgbClr val="F26B43"/>
          </p15:clr>
        </p15:guide>
        <p15:guide id="2" pos="327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pos="4161" userDrawn="1">
          <p15:clr>
            <a:srgbClr val="F26B43"/>
          </p15:clr>
        </p15:guide>
        <p15:guide id="5" orient="horz" pos="606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DA84266-E841-E5B2-D44E-38D9D47D9F81}"/>
              </a:ext>
            </a:extLst>
          </p:cNvPr>
          <p:cNvSpPr/>
          <p:nvPr/>
        </p:nvSpPr>
        <p:spPr>
          <a:xfrm>
            <a:off x="522288" y="4605591"/>
            <a:ext cx="6069012" cy="49651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BF87ED-0B3A-56D7-52E6-36441F219850}"/>
              </a:ext>
            </a:extLst>
          </p:cNvPr>
          <p:cNvCxnSpPr>
            <a:cxnSpLocks/>
          </p:cNvCxnSpPr>
          <p:nvPr/>
        </p:nvCxnSpPr>
        <p:spPr>
          <a:xfrm>
            <a:off x="522345" y="9560973"/>
            <a:ext cx="6078485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Header Placeholder 8">
            <a:extLst>
              <a:ext uri="{FF2B5EF4-FFF2-40B4-BE49-F238E27FC236}">
                <a16:creationId xmlns:a16="http://schemas.microsoft.com/office/drawing/2014/main" id="{28704FDF-A8D0-CB69-52BA-1BD9994EAA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20700" y="305776"/>
            <a:ext cx="4002088" cy="2952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Image Placeholder 9">
            <a:extLst>
              <a:ext uri="{FF2B5EF4-FFF2-40B4-BE49-F238E27FC236}">
                <a16:creationId xmlns:a16="http://schemas.microsoft.com/office/drawing/2014/main" id="{21656E1F-C480-48E4-8D7A-E56B609AF1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0225" y="866775"/>
            <a:ext cx="6078538" cy="3419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DF12A7C-76C5-88F3-EF3E-20BB92135F1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522288" y="9634731"/>
            <a:ext cx="4000500" cy="30327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/>
              <a:t>For Intuitive internal use only—may not be shared or distributed.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A344947-9BAD-3D6C-1EBD-46D574BAA88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522788" y="9635528"/>
            <a:ext cx="1560456" cy="30246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MATXXXXX </a:t>
            </a:r>
            <a:r>
              <a:rPr lang="en-US" err="1"/>
              <a:t>vX</a:t>
            </a:r>
            <a:r>
              <a:rPr lang="en-US"/>
              <a:t> US XX/202X</a:t>
            </a:r>
          </a:p>
        </p:txBody>
      </p:sp>
      <p:sp>
        <p:nvSpPr>
          <p:cNvPr id="14" name="Notes Placeholder 13">
            <a:extLst>
              <a:ext uri="{FF2B5EF4-FFF2-40B4-BE49-F238E27FC236}">
                <a16:creationId xmlns:a16="http://schemas.microsoft.com/office/drawing/2014/main" id="{A02C380C-56F9-B75D-4953-AD8117BFD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0230" y="4602169"/>
            <a:ext cx="6078485" cy="49593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3E1D6D1-99E8-EA36-B5F5-562DD5048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083304" y="9635525"/>
            <a:ext cx="517525" cy="30325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C7E39C75-F637-43A0-8874-94C4F87CD0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34309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indent="0" algn="l" defTabSz="914400" rtl="0" eaLnBrk="1" latinLnBrk="0" hangingPunct="1">
      <a:spcBef>
        <a:spcPts val="0"/>
      </a:spcBef>
      <a:spcAft>
        <a:spcPts val="300"/>
      </a:spcAft>
      <a:defRPr lang="en-US" sz="1200" kern="1200" dirty="0">
        <a:solidFill>
          <a:schemeClr val="tx1"/>
        </a:solidFill>
        <a:latin typeface="+mn-lt"/>
        <a:ea typeface="+mn-ea"/>
        <a:cs typeface="+mn-cs"/>
      </a:defRPr>
    </a:lvl1pPr>
    <a:lvl2pPr marL="108000" indent="-115200" algn="l" defTabSz="914400" rtl="0" eaLnBrk="1" latinLnBrk="0" hangingPunct="1">
      <a:spcBef>
        <a:spcPts val="0"/>
      </a:spcBef>
      <a:spcAft>
        <a:spcPts val="300"/>
      </a:spcAft>
      <a:buSzPct val="150000"/>
      <a:buFont typeface="Avenir Next LT Pro Light" panose="020B0304020202020204" pitchFamily="34" charset="0"/>
      <a:buChar char="·"/>
      <a:defRPr lang="en-US" sz="1200" kern="1200" dirty="0">
        <a:solidFill>
          <a:schemeClr val="tx1"/>
        </a:solidFill>
        <a:latin typeface="Avenir Next LT Pro Light" panose="020B0304020202020204" pitchFamily="34" charset="0"/>
        <a:ea typeface="+mn-ea"/>
        <a:cs typeface="+mn-cs"/>
      </a:defRPr>
    </a:lvl2pPr>
    <a:lvl3pPr marL="216000" indent="-115200" algn="l" defTabSz="914400" rtl="0" eaLnBrk="1" latinLnBrk="0" hangingPunct="1">
      <a:spcBef>
        <a:spcPts val="0"/>
      </a:spcBef>
      <a:spcAft>
        <a:spcPts val="300"/>
      </a:spcAft>
      <a:buSzPct val="150000"/>
      <a:buFont typeface="Avenir Next LT Pro Light" panose="020B0304020202020204" pitchFamily="34" charset="0"/>
      <a:buChar char="·"/>
      <a:defRPr lang="en-US" sz="1100" kern="1200" dirty="0">
        <a:solidFill>
          <a:schemeClr val="tx1"/>
        </a:solidFill>
        <a:latin typeface="Avenir Next LT Pro Light" panose="020B0304020202020204" pitchFamily="34" charset="0"/>
        <a:ea typeface="+mn-ea"/>
        <a:cs typeface="+mn-cs"/>
      </a:defRPr>
    </a:lvl3pPr>
    <a:lvl4pPr marL="324000" indent="-115200" algn="l" defTabSz="914400" rtl="0" eaLnBrk="1" latinLnBrk="0" hangingPunct="1">
      <a:spcBef>
        <a:spcPts val="0"/>
      </a:spcBef>
      <a:spcAft>
        <a:spcPts val="300"/>
      </a:spcAft>
      <a:buFont typeface="Avenir Next LT Pro" panose="020B0504020202020204" pitchFamily="34" charset="0"/>
      <a:buChar char="–"/>
      <a:defRPr lang="en-US" sz="1050" b="0" kern="1200" dirty="0" smtClean="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spcBef>
        <a:spcPts val="0"/>
      </a:spcBef>
      <a:spcAft>
        <a:spcPts val="300"/>
      </a:spcAft>
      <a:defRPr lang="en-US" sz="1400" b="1" kern="1200" dirty="0">
        <a:solidFill>
          <a:schemeClr val="accent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695" userDrawn="1">
          <p15:clr>
            <a:srgbClr val="F26B43"/>
          </p15:clr>
        </p15:guide>
        <p15:guide id="2" pos="4158" userDrawn="1">
          <p15:clr>
            <a:srgbClr val="F26B43"/>
          </p15:clr>
        </p15:guide>
        <p15:guide id="3" pos="328" userDrawn="1">
          <p15:clr>
            <a:srgbClr val="F26B43"/>
          </p15:clr>
        </p15:guide>
        <p15:guide id="5" orient="horz" pos="542" userDrawn="1">
          <p15:clr>
            <a:srgbClr val="F26B43"/>
          </p15:clr>
        </p15:guide>
        <p15:guide id="6" orient="horz" pos="380" userDrawn="1">
          <p15:clr>
            <a:srgbClr val="F26B43"/>
          </p15:clr>
        </p15:guide>
        <p15:guide id="7" orient="horz" pos="189" userDrawn="1">
          <p15:clr>
            <a:srgbClr val="F26B43"/>
          </p15:clr>
        </p15:guide>
        <p15:guide id="10" orient="horz" pos="2899" userDrawn="1">
          <p15:clr>
            <a:srgbClr val="F26B43"/>
          </p15:clr>
        </p15:guide>
        <p15:guide id="12" pos="2849" userDrawn="1">
          <p15:clr>
            <a:srgbClr val="F26B43"/>
          </p15:clr>
        </p15:guide>
        <p15:guide id="13" pos="3832" userDrawn="1">
          <p15:clr>
            <a:srgbClr val="F26B43"/>
          </p15:clr>
        </p15:guide>
        <p15:guide id="14" orient="horz" pos="6068" userDrawn="1">
          <p15:clr>
            <a:srgbClr val="F26B43"/>
          </p15:clr>
        </p15:guide>
        <p15:guide id="15" orient="horz" pos="6023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슬라이드">
    <p:bg>
      <p:bgPr>
        <a:gradFill flip="none" rotWithShape="1">
          <a:gsLst>
            <a:gs pos="100000">
              <a:schemeClr val="accent4"/>
            </a:gs>
            <a:gs pos="53000">
              <a:schemeClr val="accent1"/>
            </a:gs>
            <a:gs pos="3000">
              <a:srgbClr val="0E144C"/>
            </a:gs>
          </a:gsLst>
          <a:lin ang="17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0C4288-3FE8-47FB-CD9B-4AB1A827B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1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53" y="0"/>
            <a:ext cx="1216469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2224DE-AAC2-4DB4-9E70-E4AB7E6C9B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1" y="2819400"/>
            <a:ext cx="8286750" cy="762793"/>
          </a:xfrm>
        </p:spPr>
        <p:txBody>
          <a:bodyPr anchor="b"/>
          <a:lstStyle>
            <a:lvl1pPr algn="l">
              <a:defRPr sz="4800" b="0" spc="-100" baseline="0">
                <a:solidFill>
                  <a:schemeClr val="bg1"/>
                </a:solidFill>
                <a:latin typeface="Avenir Next LT Pro Light" panose="020B0304020202020204" pitchFamily="34" charset="0"/>
              </a:defRPr>
            </a:lvl1pPr>
          </a:lstStyle>
          <a:p>
            <a:r>
              <a:rPr lang="en-US"/>
              <a:t>Default title slide</a:t>
            </a:r>
          </a:p>
        </p:txBody>
      </p: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3AC109FE-6101-4BA1-AF89-D6C521BA6F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800" y="3733800"/>
            <a:ext cx="8286749" cy="76199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chemeClr val="bg1"/>
                </a:solidFill>
                <a:latin typeface="Avenir Next LT Pro Light" panose="020B0304020202020204" pitchFamily="34" charset="0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0">
                <a:solidFill>
                  <a:srgbClr val="8CABFF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0">
                <a:solidFill>
                  <a:srgbClr val="8CABFF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0">
                <a:solidFill>
                  <a:srgbClr val="8CABFF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0">
                <a:solidFill>
                  <a:srgbClr val="8CABFF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0">
                <a:solidFill>
                  <a:srgbClr val="8CABFF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0">
                <a:solidFill>
                  <a:srgbClr val="8CABFF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0">
                <a:solidFill>
                  <a:srgbClr val="8CABFF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0">
                <a:solidFill>
                  <a:srgbClr val="8CABFF"/>
                </a:solidFill>
                <a:latin typeface="+mn-lt"/>
              </a:defRPr>
            </a:lvl9pPr>
          </a:lstStyle>
          <a:p>
            <a:pPr lvl="0"/>
            <a:r>
              <a:rPr lang="en-US"/>
              <a:t>Optional presentation subtitle can go here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05DE34F-4886-469E-A94B-AC3999A5A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85801" y="542926"/>
            <a:ext cx="1344602" cy="366866"/>
          </a:xfrm>
          <a:custGeom>
            <a:avLst/>
            <a:gdLst>
              <a:gd name="T0" fmla="*/ 28 w 1604"/>
              <a:gd name="T1" fmla="*/ 171 h 432"/>
              <a:gd name="T2" fmla="*/ 0 w 1604"/>
              <a:gd name="T3" fmla="*/ 428 h 432"/>
              <a:gd name="T4" fmla="*/ 340 w 1604"/>
              <a:gd name="T5" fmla="*/ 196 h 432"/>
              <a:gd name="T6" fmla="*/ 397 w 1604"/>
              <a:gd name="T7" fmla="*/ 428 h 432"/>
              <a:gd name="T8" fmla="*/ 426 w 1604"/>
              <a:gd name="T9" fmla="*/ 196 h 432"/>
              <a:gd name="T10" fmla="*/ 483 w 1604"/>
              <a:gd name="T11" fmla="*/ 171 h 432"/>
              <a:gd name="T12" fmla="*/ 340 w 1604"/>
              <a:gd name="T13" fmla="*/ 196 h 432"/>
              <a:gd name="T14" fmla="*/ 626 w 1604"/>
              <a:gd name="T15" fmla="*/ 407 h 432"/>
              <a:gd name="T16" fmla="*/ 584 w 1604"/>
              <a:gd name="T17" fmla="*/ 171 h 432"/>
              <a:gd name="T18" fmla="*/ 555 w 1604"/>
              <a:gd name="T19" fmla="*/ 353 h 432"/>
              <a:gd name="T20" fmla="*/ 697 w 1604"/>
              <a:gd name="T21" fmla="*/ 351 h 432"/>
              <a:gd name="T22" fmla="*/ 669 w 1604"/>
              <a:gd name="T23" fmla="*/ 171 h 432"/>
              <a:gd name="T24" fmla="*/ 898 w 1604"/>
              <a:gd name="T25" fmla="*/ 196 h 432"/>
              <a:gd name="T26" fmla="*/ 956 w 1604"/>
              <a:gd name="T27" fmla="*/ 428 h 432"/>
              <a:gd name="T28" fmla="*/ 984 w 1604"/>
              <a:gd name="T29" fmla="*/ 196 h 432"/>
              <a:gd name="T30" fmla="*/ 1041 w 1604"/>
              <a:gd name="T31" fmla="*/ 171 h 432"/>
              <a:gd name="T32" fmla="*/ 898 w 1604"/>
              <a:gd name="T33" fmla="*/ 196 h 432"/>
              <a:gd name="T34" fmla="*/ 1155 w 1604"/>
              <a:gd name="T35" fmla="*/ 428 h 432"/>
              <a:gd name="T36" fmla="*/ 1127 w 1604"/>
              <a:gd name="T37" fmla="*/ 171 h 432"/>
              <a:gd name="T38" fmla="*/ 1345 w 1604"/>
              <a:gd name="T39" fmla="*/ 292 h 432"/>
              <a:gd name="T40" fmla="*/ 1320 w 1604"/>
              <a:gd name="T41" fmla="*/ 398 h 432"/>
              <a:gd name="T42" fmla="*/ 1270 w 1604"/>
              <a:gd name="T43" fmla="*/ 171 h 432"/>
              <a:gd name="T44" fmla="*/ 1303 w 1604"/>
              <a:gd name="T45" fmla="*/ 428 h 432"/>
              <a:gd name="T46" fmla="*/ 1403 w 1604"/>
              <a:gd name="T47" fmla="*/ 171 h 432"/>
              <a:gd name="T48" fmla="*/ 1345 w 1604"/>
              <a:gd name="T49" fmla="*/ 292 h 432"/>
              <a:gd name="T50" fmla="*/ 1604 w 1604"/>
              <a:gd name="T51" fmla="*/ 171 h 432"/>
              <a:gd name="T52" fmla="*/ 1485 w 1604"/>
              <a:gd name="T53" fmla="*/ 428 h 432"/>
              <a:gd name="T54" fmla="*/ 1604 w 1604"/>
              <a:gd name="T55" fmla="*/ 403 h 432"/>
              <a:gd name="T56" fmla="*/ 1513 w 1604"/>
              <a:gd name="T57" fmla="*/ 304 h 432"/>
              <a:gd name="T58" fmla="*/ 1598 w 1604"/>
              <a:gd name="T59" fmla="*/ 279 h 432"/>
              <a:gd name="T60" fmla="*/ 1513 w 1604"/>
              <a:gd name="T61" fmla="*/ 196 h 432"/>
              <a:gd name="T62" fmla="*/ 788 w 1604"/>
              <a:gd name="T63" fmla="*/ 428 h 432"/>
              <a:gd name="T64" fmla="*/ 816 w 1604"/>
              <a:gd name="T65" fmla="*/ 171 h 432"/>
              <a:gd name="T66" fmla="*/ 788 w 1604"/>
              <a:gd name="T67" fmla="*/ 428 h 432"/>
              <a:gd name="T68" fmla="*/ 248 w 1604"/>
              <a:gd name="T69" fmla="*/ 384 h 432"/>
              <a:gd name="T70" fmla="*/ 245 w 1604"/>
              <a:gd name="T71" fmla="*/ 377 h 432"/>
              <a:gd name="T72" fmla="*/ 124 w 1604"/>
              <a:gd name="T73" fmla="*/ 170 h 432"/>
              <a:gd name="T74" fmla="*/ 151 w 1604"/>
              <a:gd name="T75" fmla="*/ 427 h 432"/>
              <a:gd name="T76" fmla="*/ 148 w 1604"/>
              <a:gd name="T77" fmla="*/ 207 h 432"/>
              <a:gd name="T78" fmla="*/ 149 w 1604"/>
              <a:gd name="T79" fmla="*/ 208 h 432"/>
              <a:gd name="T80" fmla="*/ 239 w 1604"/>
              <a:gd name="T81" fmla="*/ 427 h 432"/>
              <a:gd name="T82" fmla="*/ 272 w 1604"/>
              <a:gd name="T83" fmla="*/ 170 h 432"/>
              <a:gd name="T84" fmla="*/ 246 w 1604"/>
              <a:gd name="T85" fmla="*/ 269 h 432"/>
              <a:gd name="T86" fmla="*/ 802 w 1604"/>
              <a:gd name="T87" fmla="*/ 113 h 432"/>
              <a:gd name="T88" fmla="*/ 802 w 1604"/>
              <a:gd name="T89" fmla="*/ 0 h 432"/>
              <a:gd name="T90" fmla="*/ 831 w 1604"/>
              <a:gd name="T91" fmla="*/ 56 h 432"/>
              <a:gd name="T92" fmla="*/ 773 w 1604"/>
              <a:gd name="T93" fmla="*/ 56 h 432"/>
              <a:gd name="T94" fmla="*/ 831 w 1604"/>
              <a:gd name="T95" fmla="*/ 56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04" h="432">
                <a:moveTo>
                  <a:pt x="0" y="171"/>
                </a:moveTo>
                <a:cubicBezTo>
                  <a:pt x="28" y="171"/>
                  <a:pt x="28" y="171"/>
                  <a:pt x="28" y="171"/>
                </a:cubicBezTo>
                <a:cubicBezTo>
                  <a:pt x="28" y="428"/>
                  <a:pt x="28" y="428"/>
                  <a:pt x="28" y="428"/>
                </a:cubicBezTo>
                <a:cubicBezTo>
                  <a:pt x="0" y="428"/>
                  <a:pt x="0" y="428"/>
                  <a:pt x="0" y="428"/>
                </a:cubicBezTo>
                <a:lnTo>
                  <a:pt x="0" y="171"/>
                </a:lnTo>
                <a:close/>
                <a:moveTo>
                  <a:pt x="340" y="196"/>
                </a:moveTo>
                <a:cubicBezTo>
                  <a:pt x="397" y="196"/>
                  <a:pt x="397" y="196"/>
                  <a:pt x="397" y="196"/>
                </a:cubicBezTo>
                <a:cubicBezTo>
                  <a:pt x="397" y="428"/>
                  <a:pt x="397" y="428"/>
                  <a:pt x="397" y="428"/>
                </a:cubicBezTo>
                <a:cubicBezTo>
                  <a:pt x="426" y="428"/>
                  <a:pt x="426" y="428"/>
                  <a:pt x="426" y="428"/>
                </a:cubicBezTo>
                <a:cubicBezTo>
                  <a:pt x="426" y="196"/>
                  <a:pt x="426" y="196"/>
                  <a:pt x="426" y="196"/>
                </a:cubicBezTo>
                <a:cubicBezTo>
                  <a:pt x="483" y="196"/>
                  <a:pt x="483" y="196"/>
                  <a:pt x="483" y="196"/>
                </a:cubicBezTo>
                <a:cubicBezTo>
                  <a:pt x="483" y="171"/>
                  <a:pt x="483" y="171"/>
                  <a:pt x="483" y="171"/>
                </a:cubicBezTo>
                <a:cubicBezTo>
                  <a:pt x="340" y="171"/>
                  <a:pt x="340" y="171"/>
                  <a:pt x="340" y="171"/>
                </a:cubicBezTo>
                <a:lnTo>
                  <a:pt x="340" y="196"/>
                </a:lnTo>
                <a:close/>
                <a:moveTo>
                  <a:pt x="669" y="351"/>
                </a:moveTo>
                <a:cubicBezTo>
                  <a:pt x="669" y="384"/>
                  <a:pt x="660" y="407"/>
                  <a:pt x="626" y="407"/>
                </a:cubicBezTo>
                <a:cubicBezTo>
                  <a:pt x="592" y="407"/>
                  <a:pt x="584" y="379"/>
                  <a:pt x="584" y="351"/>
                </a:cubicBezTo>
                <a:cubicBezTo>
                  <a:pt x="584" y="171"/>
                  <a:pt x="584" y="171"/>
                  <a:pt x="584" y="171"/>
                </a:cubicBezTo>
                <a:cubicBezTo>
                  <a:pt x="555" y="171"/>
                  <a:pt x="555" y="171"/>
                  <a:pt x="555" y="171"/>
                </a:cubicBezTo>
                <a:cubicBezTo>
                  <a:pt x="555" y="353"/>
                  <a:pt x="555" y="353"/>
                  <a:pt x="555" y="353"/>
                </a:cubicBezTo>
                <a:cubicBezTo>
                  <a:pt x="555" y="400"/>
                  <a:pt x="573" y="432"/>
                  <a:pt x="625" y="432"/>
                </a:cubicBezTo>
                <a:cubicBezTo>
                  <a:pt x="679" y="432"/>
                  <a:pt x="697" y="398"/>
                  <a:pt x="697" y="351"/>
                </a:cubicBezTo>
                <a:cubicBezTo>
                  <a:pt x="697" y="171"/>
                  <a:pt x="697" y="171"/>
                  <a:pt x="697" y="171"/>
                </a:cubicBezTo>
                <a:cubicBezTo>
                  <a:pt x="669" y="171"/>
                  <a:pt x="669" y="171"/>
                  <a:pt x="669" y="171"/>
                </a:cubicBezTo>
                <a:lnTo>
                  <a:pt x="669" y="351"/>
                </a:lnTo>
                <a:close/>
                <a:moveTo>
                  <a:pt x="898" y="196"/>
                </a:moveTo>
                <a:cubicBezTo>
                  <a:pt x="956" y="196"/>
                  <a:pt x="956" y="196"/>
                  <a:pt x="956" y="196"/>
                </a:cubicBezTo>
                <a:cubicBezTo>
                  <a:pt x="956" y="428"/>
                  <a:pt x="956" y="428"/>
                  <a:pt x="956" y="428"/>
                </a:cubicBezTo>
                <a:cubicBezTo>
                  <a:pt x="984" y="428"/>
                  <a:pt x="984" y="428"/>
                  <a:pt x="984" y="428"/>
                </a:cubicBezTo>
                <a:cubicBezTo>
                  <a:pt x="984" y="196"/>
                  <a:pt x="984" y="196"/>
                  <a:pt x="984" y="196"/>
                </a:cubicBezTo>
                <a:cubicBezTo>
                  <a:pt x="1041" y="196"/>
                  <a:pt x="1041" y="196"/>
                  <a:pt x="1041" y="196"/>
                </a:cubicBezTo>
                <a:cubicBezTo>
                  <a:pt x="1041" y="171"/>
                  <a:pt x="1041" y="171"/>
                  <a:pt x="1041" y="171"/>
                </a:cubicBezTo>
                <a:cubicBezTo>
                  <a:pt x="898" y="171"/>
                  <a:pt x="898" y="171"/>
                  <a:pt x="898" y="171"/>
                </a:cubicBezTo>
                <a:lnTo>
                  <a:pt x="898" y="196"/>
                </a:lnTo>
                <a:close/>
                <a:moveTo>
                  <a:pt x="1127" y="428"/>
                </a:moveTo>
                <a:cubicBezTo>
                  <a:pt x="1155" y="428"/>
                  <a:pt x="1155" y="428"/>
                  <a:pt x="1155" y="428"/>
                </a:cubicBezTo>
                <a:cubicBezTo>
                  <a:pt x="1155" y="171"/>
                  <a:pt x="1155" y="171"/>
                  <a:pt x="1155" y="171"/>
                </a:cubicBezTo>
                <a:cubicBezTo>
                  <a:pt x="1127" y="171"/>
                  <a:pt x="1127" y="171"/>
                  <a:pt x="1127" y="171"/>
                </a:cubicBezTo>
                <a:lnTo>
                  <a:pt x="1127" y="428"/>
                </a:lnTo>
                <a:close/>
                <a:moveTo>
                  <a:pt x="1345" y="292"/>
                </a:moveTo>
                <a:cubicBezTo>
                  <a:pt x="1336" y="329"/>
                  <a:pt x="1323" y="376"/>
                  <a:pt x="1320" y="398"/>
                </a:cubicBezTo>
                <a:cubicBezTo>
                  <a:pt x="1320" y="398"/>
                  <a:pt x="1320" y="398"/>
                  <a:pt x="1320" y="398"/>
                </a:cubicBezTo>
                <a:cubicBezTo>
                  <a:pt x="1316" y="373"/>
                  <a:pt x="1306" y="328"/>
                  <a:pt x="1298" y="292"/>
                </a:cubicBezTo>
                <a:cubicBezTo>
                  <a:pt x="1270" y="171"/>
                  <a:pt x="1270" y="171"/>
                  <a:pt x="1270" y="171"/>
                </a:cubicBezTo>
                <a:cubicBezTo>
                  <a:pt x="1239" y="171"/>
                  <a:pt x="1239" y="171"/>
                  <a:pt x="1239" y="171"/>
                </a:cubicBezTo>
                <a:cubicBezTo>
                  <a:pt x="1303" y="428"/>
                  <a:pt x="1303" y="428"/>
                  <a:pt x="1303" y="428"/>
                </a:cubicBezTo>
                <a:cubicBezTo>
                  <a:pt x="1337" y="428"/>
                  <a:pt x="1337" y="428"/>
                  <a:pt x="1337" y="428"/>
                </a:cubicBezTo>
                <a:cubicBezTo>
                  <a:pt x="1403" y="171"/>
                  <a:pt x="1403" y="171"/>
                  <a:pt x="1403" y="171"/>
                </a:cubicBezTo>
                <a:cubicBezTo>
                  <a:pt x="1374" y="171"/>
                  <a:pt x="1374" y="171"/>
                  <a:pt x="1374" y="171"/>
                </a:cubicBezTo>
                <a:lnTo>
                  <a:pt x="1345" y="292"/>
                </a:lnTo>
                <a:close/>
                <a:moveTo>
                  <a:pt x="1604" y="196"/>
                </a:moveTo>
                <a:cubicBezTo>
                  <a:pt x="1604" y="171"/>
                  <a:pt x="1604" y="171"/>
                  <a:pt x="1604" y="171"/>
                </a:cubicBezTo>
                <a:cubicBezTo>
                  <a:pt x="1485" y="171"/>
                  <a:pt x="1485" y="171"/>
                  <a:pt x="1485" y="171"/>
                </a:cubicBezTo>
                <a:cubicBezTo>
                  <a:pt x="1485" y="428"/>
                  <a:pt x="1485" y="428"/>
                  <a:pt x="1485" y="428"/>
                </a:cubicBezTo>
                <a:cubicBezTo>
                  <a:pt x="1604" y="428"/>
                  <a:pt x="1604" y="428"/>
                  <a:pt x="1604" y="428"/>
                </a:cubicBezTo>
                <a:cubicBezTo>
                  <a:pt x="1604" y="403"/>
                  <a:pt x="1604" y="403"/>
                  <a:pt x="1604" y="403"/>
                </a:cubicBezTo>
                <a:cubicBezTo>
                  <a:pt x="1513" y="403"/>
                  <a:pt x="1513" y="403"/>
                  <a:pt x="1513" y="403"/>
                </a:cubicBezTo>
                <a:cubicBezTo>
                  <a:pt x="1513" y="304"/>
                  <a:pt x="1513" y="304"/>
                  <a:pt x="1513" y="304"/>
                </a:cubicBezTo>
                <a:cubicBezTo>
                  <a:pt x="1598" y="304"/>
                  <a:pt x="1598" y="304"/>
                  <a:pt x="1598" y="304"/>
                </a:cubicBezTo>
                <a:cubicBezTo>
                  <a:pt x="1598" y="279"/>
                  <a:pt x="1598" y="279"/>
                  <a:pt x="1598" y="279"/>
                </a:cubicBezTo>
                <a:cubicBezTo>
                  <a:pt x="1513" y="279"/>
                  <a:pt x="1513" y="279"/>
                  <a:pt x="1513" y="279"/>
                </a:cubicBezTo>
                <a:cubicBezTo>
                  <a:pt x="1513" y="196"/>
                  <a:pt x="1513" y="196"/>
                  <a:pt x="1513" y="196"/>
                </a:cubicBezTo>
                <a:lnTo>
                  <a:pt x="1604" y="196"/>
                </a:lnTo>
                <a:close/>
                <a:moveTo>
                  <a:pt x="788" y="428"/>
                </a:moveTo>
                <a:cubicBezTo>
                  <a:pt x="816" y="428"/>
                  <a:pt x="816" y="428"/>
                  <a:pt x="816" y="428"/>
                </a:cubicBezTo>
                <a:cubicBezTo>
                  <a:pt x="816" y="171"/>
                  <a:pt x="816" y="171"/>
                  <a:pt x="816" y="171"/>
                </a:cubicBezTo>
                <a:cubicBezTo>
                  <a:pt x="788" y="171"/>
                  <a:pt x="788" y="171"/>
                  <a:pt x="788" y="171"/>
                </a:cubicBezTo>
                <a:lnTo>
                  <a:pt x="788" y="428"/>
                </a:lnTo>
                <a:close/>
                <a:moveTo>
                  <a:pt x="246" y="269"/>
                </a:moveTo>
                <a:cubicBezTo>
                  <a:pt x="246" y="311"/>
                  <a:pt x="246" y="349"/>
                  <a:pt x="248" y="384"/>
                </a:cubicBezTo>
                <a:cubicBezTo>
                  <a:pt x="248" y="384"/>
                  <a:pt x="248" y="384"/>
                  <a:pt x="248" y="384"/>
                </a:cubicBezTo>
                <a:cubicBezTo>
                  <a:pt x="247" y="382"/>
                  <a:pt x="247" y="380"/>
                  <a:pt x="245" y="377"/>
                </a:cubicBezTo>
                <a:cubicBezTo>
                  <a:pt x="222" y="315"/>
                  <a:pt x="159" y="170"/>
                  <a:pt x="159" y="170"/>
                </a:cubicBezTo>
                <a:cubicBezTo>
                  <a:pt x="124" y="170"/>
                  <a:pt x="124" y="170"/>
                  <a:pt x="124" y="170"/>
                </a:cubicBezTo>
                <a:cubicBezTo>
                  <a:pt x="124" y="427"/>
                  <a:pt x="124" y="427"/>
                  <a:pt x="124" y="427"/>
                </a:cubicBezTo>
                <a:cubicBezTo>
                  <a:pt x="151" y="427"/>
                  <a:pt x="151" y="427"/>
                  <a:pt x="151" y="427"/>
                </a:cubicBezTo>
                <a:cubicBezTo>
                  <a:pt x="151" y="327"/>
                  <a:pt x="151" y="327"/>
                  <a:pt x="151" y="327"/>
                </a:cubicBezTo>
                <a:cubicBezTo>
                  <a:pt x="151" y="281"/>
                  <a:pt x="150" y="239"/>
                  <a:pt x="148" y="207"/>
                </a:cubicBezTo>
                <a:cubicBezTo>
                  <a:pt x="149" y="207"/>
                  <a:pt x="149" y="207"/>
                  <a:pt x="149" y="207"/>
                </a:cubicBezTo>
                <a:cubicBezTo>
                  <a:pt x="149" y="207"/>
                  <a:pt x="149" y="207"/>
                  <a:pt x="149" y="208"/>
                </a:cubicBezTo>
                <a:cubicBezTo>
                  <a:pt x="149" y="209"/>
                  <a:pt x="150" y="211"/>
                  <a:pt x="151" y="214"/>
                </a:cubicBezTo>
                <a:cubicBezTo>
                  <a:pt x="169" y="257"/>
                  <a:pt x="239" y="427"/>
                  <a:pt x="239" y="427"/>
                </a:cubicBezTo>
                <a:cubicBezTo>
                  <a:pt x="272" y="427"/>
                  <a:pt x="272" y="427"/>
                  <a:pt x="272" y="427"/>
                </a:cubicBezTo>
                <a:cubicBezTo>
                  <a:pt x="272" y="170"/>
                  <a:pt x="272" y="170"/>
                  <a:pt x="272" y="170"/>
                </a:cubicBezTo>
                <a:cubicBezTo>
                  <a:pt x="246" y="170"/>
                  <a:pt x="246" y="170"/>
                  <a:pt x="246" y="170"/>
                </a:cubicBezTo>
                <a:lnTo>
                  <a:pt x="246" y="269"/>
                </a:lnTo>
                <a:close/>
                <a:moveTo>
                  <a:pt x="858" y="56"/>
                </a:moveTo>
                <a:cubicBezTo>
                  <a:pt x="858" y="87"/>
                  <a:pt x="833" y="113"/>
                  <a:pt x="802" y="113"/>
                </a:cubicBezTo>
                <a:cubicBezTo>
                  <a:pt x="771" y="113"/>
                  <a:pt x="746" y="87"/>
                  <a:pt x="746" y="56"/>
                </a:cubicBezTo>
                <a:cubicBezTo>
                  <a:pt x="746" y="25"/>
                  <a:pt x="771" y="0"/>
                  <a:pt x="802" y="0"/>
                </a:cubicBezTo>
                <a:cubicBezTo>
                  <a:pt x="833" y="0"/>
                  <a:pt x="858" y="25"/>
                  <a:pt x="858" y="56"/>
                </a:cubicBezTo>
                <a:close/>
                <a:moveTo>
                  <a:pt x="831" y="56"/>
                </a:moveTo>
                <a:cubicBezTo>
                  <a:pt x="831" y="40"/>
                  <a:pt x="818" y="27"/>
                  <a:pt x="802" y="27"/>
                </a:cubicBezTo>
                <a:cubicBezTo>
                  <a:pt x="786" y="27"/>
                  <a:pt x="773" y="40"/>
                  <a:pt x="773" y="56"/>
                </a:cubicBezTo>
                <a:cubicBezTo>
                  <a:pt x="773" y="72"/>
                  <a:pt x="786" y="85"/>
                  <a:pt x="802" y="85"/>
                </a:cubicBezTo>
                <a:cubicBezTo>
                  <a:pt x="818" y="85"/>
                  <a:pt x="831" y="72"/>
                  <a:pt x="831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2" name="Name Placeholder">
            <a:extLst>
              <a:ext uri="{FF2B5EF4-FFF2-40B4-BE49-F238E27FC236}">
                <a16:creationId xmlns:a16="http://schemas.microsoft.com/office/drawing/2014/main" id="{DB2E5ECB-3246-47DD-B2A2-F8C255459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4761400"/>
            <a:ext cx="8286750" cy="2462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/>
              <a:t>First and last name</a:t>
            </a:r>
          </a:p>
        </p:txBody>
      </p:sp>
      <p:sp>
        <p:nvSpPr>
          <p:cNvPr id="21" name="Position/title Placeholder">
            <a:extLst>
              <a:ext uri="{FF2B5EF4-FFF2-40B4-BE49-F238E27FC236}">
                <a16:creationId xmlns:a16="http://schemas.microsoft.com/office/drawing/2014/main" id="{C8737BDD-7AF3-434D-B248-21FCF042E3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799" y="5091564"/>
            <a:ext cx="8286750" cy="2154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/>
              <a:t>Position/Title</a:t>
            </a:r>
          </a:p>
        </p:txBody>
      </p:sp>
      <p:sp>
        <p:nvSpPr>
          <p:cNvPr id="20" name="Date Placeholder">
            <a:extLst>
              <a:ext uri="{FF2B5EF4-FFF2-40B4-BE49-F238E27FC236}">
                <a16:creationId xmlns:a16="http://schemas.microsoft.com/office/drawing/2014/main" id="{AC3847A3-C6B8-47D2-A0E8-1D3E445ECF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5799" y="5702300"/>
            <a:ext cx="2071688" cy="215444"/>
          </a:xfrm>
          <a:prstGeom prst="rect">
            <a:avLst/>
          </a:prstGeo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58D78-28FA-76B0-27A7-020C104F76A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88973" y="6177280"/>
            <a:ext cx="5291140" cy="138499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FFD3A-7BAA-82A0-2EEF-019F1DF159C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89209-302D-E6D6-8478-1FC7B7D072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39D91C56-E912-B0E0-F582-29A6EE21F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685801" y="542926"/>
            <a:ext cx="1344602" cy="366866"/>
          </a:xfrm>
          <a:custGeom>
            <a:avLst/>
            <a:gdLst>
              <a:gd name="T0" fmla="*/ 28 w 1604"/>
              <a:gd name="T1" fmla="*/ 171 h 432"/>
              <a:gd name="T2" fmla="*/ 0 w 1604"/>
              <a:gd name="T3" fmla="*/ 428 h 432"/>
              <a:gd name="T4" fmla="*/ 340 w 1604"/>
              <a:gd name="T5" fmla="*/ 196 h 432"/>
              <a:gd name="T6" fmla="*/ 397 w 1604"/>
              <a:gd name="T7" fmla="*/ 428 h 432"/>
              <a:gd name="T8" fmla="*/ 426 w 1604"/>
              <a:gd name="T9" fmla="*/ 196 h 432"/>
              <a:gd name="T10" fmla="*/ 483 w 1604"/>
              <a:gd name="T11" fmla="*/ 171 h 432"/>
              <a:gd name="T12" fmla="*/ 340 w 1604"/>
              <a:gd name="T13" fmla="*/ 196 h 432"/>
              <a:gd name="T14" fmla="*/ 626 w 1604"/>
              <a:gd name="T15" fmla="*/ 407 h 432"/>
              <a:gd name="T16" fmla="*/ 584 w 1604"/>
              <a:gd name="T17" fmla="*/ 171 h 432"/>
              <a:gd name="T18" fmla="*/ 555 w 1604"/>
              <a:gd name="T19" fmla="*/ 353 h 432"/>
              <a:gd name="T20" fmla="*/ 697 w 1604"/>
              <a:gd name="T21" fmla="*/ 351 h 432"/>
              <a:gd name="T22" fmla="*/ 669 w 1604"/>
              <a:gd name="T23" fmla="*/ 171 h 432"/>
              <a:gd name="T24" fmla="*/ 898 w 1604"/>
              <a:gd name="T25" fmla="*/ 196 h 432"/>
              <a:gd name="T26" fmla="*/ 956 w 1604"/>
              <a:gd name="T27" fmla="*/ 428 h 432"/>
              <a:gd name="T28" fmla="*/ 984 w 1604"/>
              <a:gd name="T29" fmla="*/ 196 h 432"/>
              <a:gd name="T30" fmla="*/ 1041 w 1604"/>
              <a:gd name="T31" fmla="*/ 171 h 432"/>
              <a:gd name="T32" fmla="*/ 898 w 1604"/>
              <a:gd name="T33" fmla="*/ 196 h 432"/>
              <a:gd name="T34" fmla="*/ 1155 w 1604"/>
              <a:gd name="T35" fmla="*/ 428 h 432"/>
              <a:gd name="T36" fmla="*/ 1127 w 1604"/>
              <a:gd name="T37" fmla="*/ 171 h 432"/>
              <a:gd name="T38" fmla="*/ 1345 w 1604"/>
              <a:gd name="T39" fmla="*/ 292 h 432"/>
              <a:gd name="T40" fmla="*/ 1320 w 1604"/>
              <a:gd name="T41" fmla="*/ 398 h 432"/>
              <a:gd name="T42" fmla="*/ 1270 w 1604"/>
              <a:gd name="T43" fmla="*/ 171 h 432"/>
              <a:gd name="T44" fmla="*/ 1303 w 1604"/>
              <a:gd name="T45" fmla="*/ 428 h 432"/>
              <a:gd name="T46" fmla="*/ 1403 w 1604"/>
              <a:gd name="T47" fmla="*/ 171 h 432"/>
              <a:gd name="T48" fmla="*/ 1345 w 1604"/>
              <a:gd name="T49" fmla="*/ 292 h 432"/>
              <a:gd name="T50" fmla="*/ 1604 w 1604"/>
              <a:gd name="T51" fmla="*/ 171 h 432"/>
              <a:gd name="T52" fmla="*/ 1485 w 1604"/>
              <a:gd name="T53" fmla="*/ 428 h 432"/>
              <a:gd name="T54" fmla="*/ 1604 w 1604"/>
              <a:gd name="T55" fmla="*/ 403 h 432"/>
              <a:gd name="T56" fmla="*/ 1513 w 1604"/>
              <a:gd name="T57" fmla="*/ 304 h 432"/>
              <a:gd name="T58" fmla="*/ 1598 w 1604"/>
              <a:gd name="T59" fmla="*/ 279 h 432"/>
              <a:gd name="T60" fmla="*/ 1513 w 1604"/>
              <a:gd name="T61" fmla="*/ 196 h 432"/>
              <a:gd name="T62" fmla="*/ 788 w 1604"/>
              <a:gd name="T63" fmla="*/ 428 h 432"/>
              <a:gd name="T64" fmla="*/ 816 w 1604"/>
              <a:gd name="T65" fmla="*/ 171 h 432"/>
              <a:gd name="T66" fmla="*/ 788 w 1604"/>
              <a:gd name="T67" fmla="*/ 428 h 432"/>
              <a:gd name="T68" fmla="*/ 248 w 1604"/>
              <a:gd name="T69" fmla="*/ 384 h 432"/>
              <a:gd name="T70" fmla="*/ 245 w 1604"/>
              <a:gd name="T71" fmla="*/ 377 h 432"/>
              <a:gd name="T72" fmla="*/ 124 w 1604"/>
              <a:gd name="T73" fmla="*/ 170 h 432"/>
              <a:gd name="T74" fmla="*/ 151 w 1604"/>
              <a:gd name="T75" fmla="*/ 427 h 432"/>
              <a:gd name="T76" fmla="*/ 148 w 1604"/>
              <a:gd name="T77" fmla="*/ 207 h 432"/>
              <a:gd name="T78" fmla="*/ 149 w 1604"/>
              <a:gd name="T79" fmla="*/ 208 h 432"/>
              <a:gd name="T80" fmla="*/ 239 w 1604"/>
              <a:gd name="T81" fmla="*/ 427 h 432"/>
              <a:gd name="T82" fmla="*/ 272 w 1604"/>
              <a:gd name="T83" fmla="*/ 170 h 432"/>
              <a:gd name="T84" fmla="*/ 246 w 1604"/>
              <a:gd name="T85" fmla="*/ 269 h 432"/>
              <a:gd name="T86" fmla="*/ 802 w 1604"/>
              <a:gd name="T87" fmla="*/ 113 h 432"/>
              <a:gd name="T88" fmla="*/ 802 w 1604"/>
              <a:gd name="T89" fmla="*/ 0 h 432"/>
              <a:gd name="T90" fmla="*/ 831 w 1604"/>
              <a:gd name="T91" fmla="*/ 56 h 432"/>
              <a:gd name="T92" fmla="*/ 773 w 1604"/>
              <a:gd name="T93" fmla="*/ 56 h 432"/>
              <a:gd name="T94" fmla="*/ 831 w 1604"/>
              <a:gd name="T95" fmla="*/ 56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04" h="432">
                <a:moveTo>
                  <a:pt x="0" y="171"/>
                </a:moveTo>
                <a:cubicBezTo>
                  <a:pt x="28" y="171"/>
                  <a:pt x="28" y="171"/>
                  <a:pt x="28" y="171"/>
                </a:cubicBezTo>
                <a:cubicBezTo>
                  <a:pt x="28" y="428"/>
                  <a:pt x="28" y="428"/>
                  <a:pt x="28" y="428"/>
                </a:cubicBezTo>
                <a:cubicBezTo>
                  <a:pt x="0" y="428"/>
                  <a:pt x="0" y="428"/>
                  <a:pt x="0" y="428"/>
                </a:cubicBezTo>
                <a:lnTo>
                  <a:pt x="0" y="171"/>
                </a:lnTo>
                <a:close/>
                <a:moveTo>
                  <a:pt x="340" y="196"/>
                </a:moveTo>
                <a:cubicBezTo>
                  <a:pt x="397" y="196"/>
                  <a:pt x="397" y="196"/>
                  <a:pt x="397" y="196"/>
                </a:cubicBezTo>
                <a:cubicBezTo>
                  <a:pt x="397" y="428"/>
                  <a:pt x="397" y="428"/>
                  <a:pt x="397" y="428"/>
                </a:cubicBezTo>
                <a:cubicBezTo>
                  <a:pt x="426" y="428"/>
                  <a:pt x="426" y="428"/>
                  <a:pt x="426" y="428"/>
                </a:cubicBezTo>
                <a:cubicBezTo>
                  <a:pt x="426" y="196"/>
                  <a:pt x="426" y="196"/>
                  <a:pt x="426" y="196"/>
                </a:cubicBezTo>
                <a:cubicBezTo>
                  <a:pt x="483" y="196"/>
                  <a:pt x="483" y="196"/>
                  <a:pt x="483" y="196"/>
                </a:cubicBezTo>
                <a:cubicBezTo>
                  <a:pt x="483" y="171"/>
                  <a:pt x="483" y="171"/>
                  <a:pt x="483" y="171"/>
                </a:cubicBezTo>
                <a:cubicBezTo>
                  <a:pt x="340" y="171"/>
                  <a:pt x="340" y="171"/>
                  <a:pt x="340" y="171"/>
                </a:cubicBezTo>
                <a:lnTo>
                  <a:pt x="340" y="196"/>
                </a:lnTo>
                <a:close/>
                <a:moveTo>
                  <a:pt x="669" y="351"/>
                </a:moveTo>
                <a:cubicBezTo>
                  <a:pt x="669" y="384"/>
                  <a:pt x="660" y="407"/>
                  <a:pt x="626" y="407"/>
                </a:cubicBezTo>
                <a:cubicBezTo>
                  <a:pt x="592" y="407"/>
                  <a:pt x="584" y="379"/>
                  <a:pt x="584" y="351"/>
                </a:cubicBezTo>
                <a:cubicBezTo>
                  <a:pt x="584" y="171"/>
                  <a:pt x="584" y="171"/>
                  <a:pt x="584" y="171"/>
                </a:cubicBezTo>
                <a:cubicBezTo>
                  <a:pt x="555" y="171"/>
                  <a:pt x="555" y="171"/>
                  <a:pt x="555" y="171"/>
                </a:cubicBezTo>
                <a:cubicBezTo>
                  <a:pt x="555" y="353"/>
                  <a:pt x="555" y="353"/>
                  <a:pt x="555" y="353"/>
                </a:cubicBezTo>
                <a:cubicBezTo>
                  <a:pt x="555" y="400"/>
                  <a:pt x="573" y="432"/>
                  <a:pt x="625" y="432"/>
                </a:cubicBezTo>
                <a:cubicBezTo>
                  <a:pt x="679" y="432"/>
                  <a:pt x="697" y="398"/>
                  <a:pt x="697" y="351"/>
                </a:cubicBezTo>
                <a:cubicBezTo>
                  <a:pt x="697" y="171"/>
                  <a:pt x="697" y="171"/>
                  <a:pt x="697" y="171"/>
                </a:cubicBezTo>
                <a:cubicBezTo>
                  <a:pt x="669" y="171"/>
                  <a:pt x="669" y="171"/>
                  <a:pt x="669" y="171"/>
                </a:cubicBezTo>
                <a:lnTo>
                  <a:pt x="669" y="351"/>
                </a:lnTo>
                <a:close/>
                <a:moveTo>
                  <a:pt x="898" y="196"/>
                </a:moveTo>
                <a:cubicBezTo>
                  <a:pt x="956" y="196"/>
                  <a:pt x="956" y="196"/>
                  <a:pt x="956" y="196"/>
                </a:cubicBezTo>
                <a:cubicBezTo>
                  <a:pt x="956" y="428"/>
                  <a:pt x="956" y="428"/>
                  <a:pt x="956" y="428"/>
                </a:cubicBezTo>
                <a:cubicBezTo>
                  <a:pt x="984" y="428"/>
                  <a:pt x="984" y="428"/>
                  <a:pt x="984" y="428"/>
                </a:cubicBezTo>
                <a:cubicBezTo>
                  <a:pt x="984" y="196"/>
                  <a:pt x="984" y="196"/>
                  <a:pt x="984" y="196"/>
                </a:cubicBezTo>
                <a:cubicBezTo>
                  <a:pt x="1041" y="196"/>
                  <a:pt x="1041" y="196"/>
                  <a:pt x="1041" y="196"/>
                </a:cubicBezTo>
                <a:cubicBezTo>
                  <a:pt x="1041" y="171"/>
                  <a:pt x="1041" y="171"/>
                  <a:pt x="1041" y="171"/>
                </a:cubicBezTo>
                <a:cubicBezTo>
                  <a:pt x="898" y="171"/>
                  <a:pt x="898" y="171"/>
                  <a:pt x="898" y="171"/>
                </a:cubicBezTo>
                <a:lnTo>
                  <a:pt x="898" y="196"/>
                </a:lnTo>
                <a:close/>
                <a:moveTo>
                  <a:pt x="1127" y="428"/>
                </a:moveTo>
                <a:cubicBezTo>
                  <a:pt x="1155" y="428"/>
                  <a:pt x="1155" y="428"/>
                  <a:pt x="1155" y="428"/>
                </a:cubicBezTo>
                <a:cubicBezTo>
                  <a:pt x="1155" y="171"/>
                  <a:pt x="1155" y="171"/>
                  <a:pt x="1155" y="171"/>
                </a:cubicBezTo>
                <a:cubicBezTo>
                  <a:pt x="1127" y="171"/>
                  <a:pt x="1127" y="171"/>
                  <a:pt x="1127" y="171"/>
                </a:cubicBezTo>
                <a:lnTo>
                  <a:pt x="1127" y="428"/>
                </a:lnTo>
                <a:close/>
                <a:moveTo>
                  <a:pt x="1345" y="292"/>
                </a:moveTo>
                <a:cubicBezTo>
                  <a:pt x="1336" y="329"/>
                  <a:pt x="1323" y="376"/>
                  <a:pt x="1320" y="398"/>
                </a:cubicBezTo>
                <a:cubicBezTo>
                  <a:pt x="1320" y="398"/>
                  <a:pt x="1320" y="398"/>
                  <a:pt x="1320" y="398"/>
                </a:cubicBezTo>
                <a:cubicBezTo>
                  <a:pt x="1316" y="373"/>
                  <a:pt x="1306" y="328"/>
                  <a:pt x="1298" y="292"/>
                </a:cubicBezTo>
                <a:cubicBezTo>
                  <a:pt x="1270" y="171"/>
                  <a:pt x="1270" y="171"/>
                  <a:pt x="1270" y="171"/>
                </a:cubicBezTo>
                <a:cubicBezTo>
                  <a:pt x="1239" y="171"/>
                  <a:pt x="1239" y="171"/>
                  <a:pt x="1239" y="171"/>
                </a:cubicBezTo>
                <a:cubicBezTo>
                  <a:pt x="1303" y="428"/>
                  <a:pt x="1303" y="428"/>
                  <a:pt x="1303" y="428"/>
                </a:cubicBezTo>
                <a:cubicBezTo>
                  <a:pt x="1337" y="428"/>
                  <a:pt x="1337" y="428"/>
                  <a:pt x="1337" y="428"/>
                </a:cubicBezTo>
                <a:cubicBezTo>
                  <a:pt x="1403" y="171"/>
                  <a:pt x="1403" y="171"/>
                  <a:pt x="1403" y="171"/>
                </a:cubicBezTo>
                <a:cubicBezTo>
                  <a:pt x="1374" y="171"/>
                  <a:pt x="1374" y="171"/>
                  <a:pt x="1374" y="171"/>
                </a:cubicBezTo>
                <a:lnTo>
                  <a:pt x="1345" y="292"/>
                </a:lnTo>
                <a:close/>
                <a:moveTo>
                  <a:pt x="1604" y="196"/>
                </a:moveTo>
                <a:cubicBezTo>
                  <a:pt x="1604" y="171"/>
                  <a:pt x="1604" y="171"/>
                  <a:pt x="1604" y="171"/>
                </a:cubicBezTo>
                <a:cubicBezTo>
                  <a:pt x="1485" y="171"/>
                  <a:pt x="1485" y="171"/>
                  <a:pt x="1485" y="171"/>
                </a:cubicBezTo>
                <a:cubicBezTo>
                  <a:pt x="1485" y="428"/>
                  <a:pt x="1485" y="428"/>
                  <a:pt x="1485" y="428"/>
                </a:cubicBezTo>
                <a:cubicBezTo>
                  <a:pt x="1604" y="428"/>
                  <a:pt x="1604" y="428"/>
                  <a:pt x="1604" y="428"/>
                </a:cubicBezTo>
                <a:cubicBezTo>
                  <a:pt x="1604" y="403"/>
                  <a:pt x="1604" y="403"/>
                  <a:pt x="1604" y="403"/>
                </a:cubicBezTo>
                <a:cubicBezTo>
                  <a:pt x="1513" y="403"/>
                  <a:pt x="1513" y="403"/>
                  <a:pt x="1513" y="403"/>
                </a:cubicBezTo>
                <a:cubicBezTo>
                  <a:pt x="1513" y="304"/>
                  <a:pt x="1513" y="304"/>
                  <a:pt x="1513" y="304"/>
                </a:cubicBezTo>
                <a:cubicBezTo>
                  <a:pt x="1598" y="304"/>
                  <a:pt x="1598" y="304"/>
                  <a:pt x="1598" y="304"/>
                </a:cubicBezTo>
                <a:cubicBezTo>
                  <a:pt x="1598" y="279"/>
                  <a:pt x="1598" y="279"/>
                  <a:pt x="1598" y="279"/>
                </a:cubicBezTo>
                <a:cubicBezTo>
                  <a:pt x="1513" y="279"/>
                  <a:pt x="1513" y="279"/>
                  <a:pt x="1513" y="279"/>
                </a:cubicBezTo>
                <a:cubicBezTo>
                  <a:pt x="1513" y="196"/>
                  <a:pt x="1513" y="196"/>
                  <a:pt x="1513" y="196"/>
                </a:cubicBezTo>
                <a:lnTo>
                  <a:pt x="1604" y="196"/>
                </a:lnTo>
                <a:close/>
                <a:moveTo>
                  <a:pt x="788" y="428"/>
                </a:moveTo>
                <a:cubicBezTo>
                  <a:pt x="816" y="428"/>
                  <a:pt x="816" y="428"/>
                  <a:pt x="816" y="428"/>
                </a:cubicBezTo>
                <a:cubicBezTo>
                  <a:pt x="816" y="171"/>
                  <a:pt x="816" y="171"/>
                  <a:pt x="816" y="171"/>
                </a:cubicBezTo>
                <a:cubicBezTo>
                  <a:pt x="788" y="171"/>
                  <a:pt x="788" y="171"/>
                  <a:pt x="788" y="171"/>
                </a:cubicBezTo>
                <a:lnTo>
                  <a:pt x="788" y="428"/>
                </a:lnTo>
                <a:close/>
                <a:moveTo>
                  <a:pt x="246" y="269"/>
                </a:moveTo>
                <a:cubicBezTo>
                  <a:pt x="246" y="311"/>
                  <a:pt x="246" y="349"/>
                  <a:pt x="248" y="384"/>
                </a:cubicBezTo>
                <a:cubicBezTo>
                  <a:pt x="248" y="384"/>
                  <a:pt x="248" y="384"/>
                  <a:pt x="248" y="384"/>
                </a:cubicBezTo>
                <a:cubicBezTo>
                  <a:pt x="247" y="382"/>
                  <a:pt x="247" y="380"/>
                  <a:pt x="245" y="377"/>
                </a:cubicBezTo>
                <a:cubicBezTo>
                  <a:pt x="222" y="315"/>
                  <a:pt x="159" y="170"/>
                  <a:pt x="159" y="170"/>
                </a:cubicBezTo>
                <a:cubicBezTo>
                  <a:pt x="124" y="170"/>
                  <a:pt x="124" y="170"/>
                  <a:pt x="124" y="170"/>
                </a:cubicBezTo>
                <a:cubicBezTo>
                  <a:pt x="124" y="427"/>
                  <a:pt x="124" y="427"/>
                  <a:pt x="124" y="427"/>
                </a:cubicBezTo>
                <a:cubicBezTo>
                  <a:pt x="151" y="427"/>
                  <a:pt x="151" y="427"/>
                  <a:pt x="151" y="427"/>
                </a:cubicBezTo>
                <a:cubicBezTo>
                  <a:pt x="151" y="327"/>
                  <a:pt x="151" y="327"/>
                  <a:pt x="151" y="327"/>
                </a:cubicBezTo>
                <a:cubicBezTo>
                  <a:pt x="151" y="281"/>
                  <a:pt x="150" y="239"/>
                  <a:pt x="148" y="207"/>
                </a:cubicBezTo>
                <a:cubicBezTo>
                  <a:pt x="149" y="207"/>
                  <a:pt x="149" y="207"/>
                  <a:pt x="149" y="207"/>
                </a:cubicBezTo>
                <a:cubicBezTo>
                  <a:pt x="149" y="207"/>
                  <a:pt x="149" y="207"/>
                  <a:pt x="149" y="208"/>
                </a:cubicBezTo>
                <a:cubicBezTo>
                  <a:pt x="149" y="209"/>
                  <a:pt x="150" y="211"/>
                  <a:pt x="151" y="214"/>
                </a:cubicBezTo>
                <a:cubicBezTo>
                  <a:pt x="169" y="257"/>
                  <a:pt x="239" y="427"/>
                  <a:pt x="239" y="427"/>
                </a:cubicBezTo>
                <a:cubicBezTo>
                  <a:pt x="272" y="427"/>
                  <a:pt x="272" y="427"/>
                  <a:pt x="272" y="427"/>
                </a:cubicBezTo>
                <a:cubicBezTo>
                  <a:pt x="272" y="170"/>
                  <a:pt x="272" y="170"/>
                  <a:pt x="272" y="170"/>
                </a:cubicBezTo>
                <a:cubicBezTo>
                  <a:pt x="246" y="170"/>
                  <a:pt x="246" y="170"/>
                  <a:pt x="246" y="170"/>
                </a:cubicBezTo>
                <a:lnTo>
                  <a:pt x="246" y="269"/>
                </a:lnTo>
                <a:close/>
                <a:moveTo>
                  <a:pt x="858" y="56"/>
                </a:moveTo>
                <a:cubicBezTo>
                  <a:pt x="858" y="87"/>
                  <a:pt x="833" y="113"/>
                  <a:pt x="802" y="113"/>
                </a:cubicBezTo>
                <a:cubicBezTo>
                  <a:pt x="771" y="113"/>
                  <a:pt x="746" y="87"/>
                  <a:pt x="746" y="56"/>
                </a:cubicBezTo>
                <a:cubicBezTo>
                  <a:pt x="746" y="25"/>
                  <a:pt x="771" y="0"/>
                  <a:pt x="802" y="0"/>
                </a:cubicBezTo>
                <a:cubicBezTo>
                  <a:pt x="833" y="0"/>
                  <a:pt x="858" y="25"/>
                  <a:pt x="858" y="56"/>
                </a:cubicBezTo>
                <a:close/>
                <a:moveTo>
                  <a:pt x="831" y="56"/>
                </a:moveTo>
                <a:cubicBezTo>
                  <a:pt x="831" y="40"/>
                  <a:pt x="818" y="27"/>
                  <a:pt x="802" y="27"/>
                </a:cubicBezTo>
                <a:cubicBezTo>
                  <a:pt x="786" y="27"/>
                  <a:pt x="773" y="40"/>
                  <a:pt x="773" y="56"/>
                </a:cubicBezTo>
                <a:cubicBezTo>
                  <a:pt x="773" y="72"/>
                  <a:pt x="786" y="85"/>
                  <a:pt x="802" y="85"/>
                </a:cubicBezTo>
                <a:cubicBezTo>
                  <a:pt x="818" y="85"/>
                  <a:pt x="831" y="72"/>
                  <a:pt x="831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5385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E6B3-9355-4011-9488-4569610D7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Title only (short title no longer than 2 lines)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56A8A569-FF6F-447D-B317-DD228C6857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1185385"/>
            <a:ext cx="10817225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needed). Long titles should be broken up into a short title and subtitle</a:t>
            </a:r>
          </a:p>
        </p:txBody>
      </p:sp>
      <p:sp>
        <p:nvSpPr>
          <p:cNvPr id="9" name="Footnote Placeholder">
            <a:extLst>
              <a:ext uri="{FF2B5EF4-FFF2-40B4-BE49-F238E27FC236}">
                <a16:creationId xmlns:a16="http://schemas.microsoft.com/office/drawing/2014/main" id="{A161514B-08BD-4231-8501-029CF9AE54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5842490"/>
            <a:ext cx="10816997" cy="18171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spc="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strike="noStrike" spc="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044097E-688F-81EE-15AB-9823EEDEA0D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96DE0EC-340E-4D8B-6846-C9261437AF7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611F040-A81F-BED2-7EF8-CABF1C2E09F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7036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65BCA-C297-47CB-8AE1-F39DCEF1F3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Title and content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68E95E-0895-4F6E-929F-A97B50C9E9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7387" y="1752600"/>
            <a:ext cx="10817225" cy="3810000"/>
          </a:xfrm>
          <a:prstGeom prst="rect">
            <a:avLst/>
          </a:prstGeom>
        </p:spPr>
        <p:txBody>
          <a:bodyPr>
            <a:noAutofit/>
          </a:bodyPr>
          <a:lstStyle>
            <a:lvl5pPr>
              <a:defRPr/>
            </a:lvl5pPr>
            <a:lvl9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Footnote Placeholder">
            <a:extLst>
              <a:ext uri="{FF2B5EF4-FFF2-40B4-BE49-F238E27FC236}">
                <a16:creationId xmlns:a16="http://schemas.microsoft.com/office/drawing/2014/main" id="{15D81D34-8E4D-446B-A954-28B4C2A232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5843600"/>
            <a:ext cx="10816997" cy="1817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900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spc="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spc="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4C8ED5D8-8342-443F-A910-86D894492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1185385"/>
            <a:ext cx="10817225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7C3110-BD46-37F1-BE74-D5209444C7C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9C33303-B92A-7D4E-D116-4F3FCD80958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914057D-83FD-4506-836E-52E08C4B7BF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8091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9A44-FA56-4D85-82F8-B0149E6BD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Two content</a:t>
            </a:r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CC591CAF-60C4-4D6D-9EF9-14816C186A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1185385"/>
            <a:ext cx="10816997" cy="27432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733056-5012-46A4-973F-EFB321C041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752600"/>
            <a:ext cx="5294313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530D643-E95E-4780-8D6D-DC094D9CC90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0300" y="1752600"/>
            <a:ext cx="5294313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1" name="Footnote Placeholder">
            <a:extLst>
              <a:ext uri="{FF2B5EF4-FFF2-40B4-BE49-F238E27FC236}">
                <a16:creationId xmlns:a16="http://schemas.microsoft.com/office/drawing/2014/main" id="{D735116C-01BA-471A-BC12-6AA06CCBC2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5840638"/>
            <a:ext cx="10817225" cy="18565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 spc="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 spc="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7E3E0E7-BB6D-7ECA-0CCB-CA5A351A100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1CBD39A-9DFD-6436-9065-E727C2D0EAFC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351473F-BCBB-0835-D488-3298B39FAE5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8471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BC00-7BD7-4967-8EF8-7F2B1EFC6F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Weighted right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E2D65B6-E15F-4C20-971E-3FF3048390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801" y="1752600"/>
            <a:ext cx="3452815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1" name="Footnote Placeholder">
            <a:extLst>
              <a:ext uri="{FF2B5EF4-FFF2-40B4-BE49-F238E27FC236}">
                <a16:creationId xmlns:a16="http://schemas.microsoft.com/office/drawing/2014/main" id="{6782B3B8-38DD-4EA7-85D9-5213EFD19B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5840492"/>
            <a:ext cx="10817225" cy="18565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latin typeface="+mn-lt"/>
              </a:defRPr>
            </a:lvl9pPr>
          </a:lstStyle>
          <a:p>
            <a:pPr lvl="0"/>
            <a:r>
              <a:rPr lang="en-US" dirty="0"/>
              <a:t>Footnote placeholder (delete if not needed)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87AC159C-39EF-4E26-B43E-09C9FA33B05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368800" y="1752600"/>
            <a:ext cx="7133996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ADB4A4A4-ED26-44D7-A835-25C4C7E054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1182706"/>
            <a:ext cx="10816997" cy="27699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EC4FE6-583E-E72E-DDF6-ED915FFA5E1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7F3312-BD04-1BC0-187E-A7B8F883935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131B36A-1086-BF26-7468-D393AD479A8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7765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957D-A3E4-405A-BCEB-2E1358868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Weighted left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4D54AC-F3D5-42D8-BF71-F9FFE5325E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752600"/>
            <a:ext cx="7135813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8894F4C-28E2-4D61-A3F5-68C7FEB573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51800" y="1752600"/>
            <a:ext cx="3451225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1" name="Footnote Placeholder">
            <a:extLst>
              <a:ext uri="{FF2B5EF4-FFF2-40B4-BE49-F238E27FC236}">
                <a16:creationId xmlns:a16="http://schemas.microsoft.com/office/drawing/2014/main" id="{6E78127A-316D-4108-9BF2-D6AB4660B5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5840765"/>
            <a:ext cx="10817225" cy="18565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9126C907-B30A-43E5-A52D-9B807EB875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1182706"/>
            <a:ext cx="10816997" cy="27699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507DA5-EC25-6A7C-BF99-5AD17C6B168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B74E0-A1CE-71B0-6AD1-7122705D39D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BB048-5B64-C13A-3F12-62B48084C07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143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A1E5-7B7D-4FC9-A8A0-4C8EC36668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Three content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29AD3E7C-F1F6-4F53-9263-FCB32BCD24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1182706"/>
            <a:ext cx="10816997" cy="27699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4CEE9-251E-4558-AC11-11796E217B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752600"/>
            <a:ext cx="3452813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4B72EF-80DC-4186-9A13-0B6A8B2A60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68800" y="1752600"/>
            <a:ext cx="3452813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F1E9081-D8D2-4640-A4D4-C5D728AD58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51800" y="1752600"/>
            <a:ext cx="3451225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Footnote Placeholder">
            <a:extLst>
              <a:ext uri="{FF2B5EF4-FFF2-40B4-BE49-F238E27FC236}">
                <a16:creationId xmlns:a16="http://schemas.microsoft.com/office/drawing/2014/main" id="{A115CA4C-F466-4D8F-811D-1302FA174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5839509"/>
            <a:ext cx="10817225" cy="18565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B31734-CEE3-B0F6-94A3-FA0561270DD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B74931-3B08-C230-1FF6-361886463E3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7D073-FD88-1D6F-409C-8A250FB343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83405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6089-12D0-49F8-912F-B24DA6D60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Four content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68E0D4-B954-4870-A0AA-1FFBCCEBEE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752600"/>
            <a:ext cx="2532063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D779023-BDE3-4965-AD5C-60767510C9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48050" y="1752600"/>
            <a:ext cx="2532063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00A16D3-C42F-4863-A333-1900F6897A7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0300" y="1752600"/>
            <a:ext cx="2532063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7979DB3-8FC1-49B9-A947-C657D27D7DF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972550" y="1752600"/>
            <a:ext cx="2530475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4" name="Footnote Placeholder">
            <a:extLst>
              <a:ext uri="{FF2B5EF4-FFF2-40B4-BE49-F238E27FC236}">
                <a16:creationId xmlns:a16="http://schemas.microsoft.com/office/drawing/2014/main" id="{9F592F48-6888-4BAA-9DEB-071179C5D5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5840638"/>
            <a:ext cx="10817225" cy="18565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192C5A2-DE84-43FD-849C-5F6BC1494F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1182706"/>
            <a:ext cx="10816997" cy="27699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D7B60A9-F526-C2B9-B585-D5B086586FE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A46D30-7B50-AE5B-2396-C9B3C62F509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D5E408D-138A-F0CF-8AED-4D22954A95D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1926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6089-12D0-49F8-912F-B24DA6D60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Four content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68E0D4-B954-4870-A0AA-1FFBCCEBEE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755648"/>
            <a:ext cx="5294313" cy="1825752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D779023-BDE3-4965-AD5C-60767510C9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0300" y="1755648"/>
            <a:ext cx="5292496" cy="1825752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00A16D3-C42F-4863-A333-1900F6897A7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7388" y="3738525"/>
            <a:ext cx="5294313" cy="1825752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7979DB3-8FC1-49B9-A947-C657D27D7DF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11888" y="3738525"/>
            <a:ext cx="5289177" cy="1825752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4" name="Footnote Placeholder">
            <a:extLst>
              <a:ext uri="{FF2B5EF4-FFF2-40B4-BE49-F238E27FC236}">
                <a16:creationId xmlns:a16="http://schemas.microsoft.com/office/drawing/2014/main" id="{9F592F48-6888-4BAA-9DEB-071179C5D5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0880" y="5838544"/>
            <a:ext cx="10817225" cy="18565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192C5A2-DE84-43FD-849C-5F6BC1494F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1182706"/>
            <a:ext cx="10816997" cy="27699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AF9A-985F-BCA4-661B-9B3F0451ACAC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7F136-3ADF-E0D0-5091-D608243B208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33D56E6-0311-E5EA-3E00-0910E02246E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97552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 (3x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3A1E5-7B7D-4FC9-A8A0-4C8EC36668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By the numbers</a:t>
            </a:r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D2FC7031-0859-500D-98F9-6BB305733D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1182706"/>
            <a:ext cx="10816997" cy="2769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4CEE9-251E-4558-AC11-11796E217B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752600"/>
            <a:ext cx="3452813" cy="1828800"/>
          </a:xfrm>
        </p:spPr>
        <p:txBody>
          <a:bodyPr rIns="0">
            <a:noAutofit/>
          </a:bodyPr>
          <a:lstStyle>
            <a:lvl6pPr>
              <a:defRPr spc="-50" baseline="0">
                <a:solidFill>
                  <a:schemeClr val="accent1"/>
                </a:solidFill>
              </a:defRPr>
            </a:lvl6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4B72EF-80DC-4186-9A13-0B6A8B2A60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68800" y="1752600"/>
            <a:ext cx="3452813" cy="1828800"/>
          </a:xfrm>
        </p:spPr>
        <p:txBody>
          <a:bodyPr rIns="0">
            <a:noAutofit/>
          </a:bodyPr>
          <a:lstStyle>
            <a:lvl6pPr>
              <a:defRPr spc="-50" baseline="0">
                <a:solidFill>
                  <a:schemeClr val="accent1"/>
                </a:solidFill>
              </a:defRPr>
            </a:lvl6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F1E9081-D8D2-4640-A4D4-C5D728AD58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51800" y="1752600"/>
            <a:ext cx="3451225" cy="1828800"/>
          </a:xfrm>
        </p:spPr>
        <p:txBody>
          <a:bodyPr rIns="0">
            <a:noAutofit/>
          </a:bodyPr>
          <a:lstStyle>
            <a:lvl6pPr>
              <a:defRPr spc="-50" baseline="0">
                <a:solidFill>
                  <a:schemeClr val="accent1"/>
                </a:solidFill>
              </a:defRPr>
            </a:lvl6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D20E7D23-6493-3A6B-42EA-C006557E4CD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85800" y="3733800"/>
            <a:ext cx="3452813" cy="1824071"/>
          </a:xfrm>
        </p:spPr>
        <p:txBody>
          <a:bodyPr rIns="0">
            <a:noAutofit/>
          </a:bodyPr>
          <a:lstStyle>
            <a:lvl6pPr>
              <a:defRPr spc="-50" baseline="0">
                <a:solidFill>
                  <a:schemeClr val="accent1"/>
                </a:solidFill>
              </a:defRPr>
            </a:lvl6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61A7A572-87AF-06CB-7A33-2C52F3B6C2C4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368800" y="3733800"/>
            <a:ext cx="3452813" cy="1824071"/>
          </a:xfrm>
        </p:spPr>
        <p:txBody>
          <a:bodyPr rIns="0">
            <a:noAutofit/>
          </a:bodyPr>
          <a:lstStyle>
            <a:lvl6pPr>
              <a:defRPr spc="-50" baseline="0">
                <a:solidFill>
                  <a:schemeClr val="accent1"/>
                </a:solidFill>
              </a:defRPr>
            </a:lvl6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A8D8A52E-5511-1B64-4351-63BB1C3A004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051800" y="3733800"/>
            <a:ext cx="3451225" cy="1824071"/>
          </a:xfrm>
        </p:spPr>
        <p:txBody>
          <a:bodyPr rIns="0">
            <a:noAutofit/>
          </a:bodyPr>
          <a:lstStyle>
            <a:lvl6pPr>
              <a:defRPr spc="-50" baseline="0">
                <a:solidFill>
                  <a:schemeClr val="accent1"/>
                </a:solidFill>
              </a:defRPr>
            </a:lvl6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3" name="Footnote Placeholder">
            <a:extLst>
              <a:ext uri="{FF2B5EF4-FFF2-40B4-BE49-F238E27FC236}">
                <a16:creationId xmlns:a16="http://schemas.microsoft.com/office/drawing/2014/main" id="{A115CA4C-F466-4D8F-811D-1302FA174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5840492"/>
            <a:ext cx="10817225" cy="185658"/>
          </a:xfr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 spc="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 spc="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solidFill>
                  <a:schemeClr val="bg1">
                    <a:lumMod val="5000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E27C96F-CEB4-4ED0-8ED3-C2CFAC685D0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3BD15A80-72A8-E748-E856-30F8C06EC84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7038FC5-B7B2-08B9-2D1D-AB6231A05E5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132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note Placeholder">
            <a:extLst>
              <a:ext uri="{FF2B5EF4-FFF2-40B4-BE49-F238E27FC236}">
                <a16:creationId xmlns:a16="http://schemas.microsoft.com/office/drawing/2014/main" id="{4BC3B660-3C6D-457D-A6E7-F35F1F40B7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5842480"/>
            <a:ext cx="10816997" cy="18171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solidFill>
                  <a:schemeClr val="tx1"/>
                </a:solidFill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solidFill>
                  <a:schemeClr val="tx1"/>
                </a:solidFill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7E0D4-02C5-5B42-89FE-D0834B8567B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1B9C07A-47F7-2EDB-D1E0-23EA42BF84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06E43F-1C1A-1CBC-D5E5-A4C2A69D963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3440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">
    <p:bg>
      <p:bgPr>
        <a:gradFill flip="none" rotWithShape="1">
          <a:gsLst>
            <a:gs pos="100000">
              <a:schemeClr val="accent4"/>
            </a:gs>
            <a:gs pos="53000">
              <a:schemeClr val="accent1"/>
            </a:gs>
            <a:gs pos="3000">
              <a:srgbClr val="0E144C"/>
            </a:gs>
          </a:gsLst>
          <a:lin ang="17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C123CC29-F99D-BCE2-45D0-D1E27867AE3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5800" y="990600"/>
            <a:ext cx="8610600" cy="4876800"/>
          </a:xfrm>
          <a:noFill/>
        </p:spPr>
        <p:txBody>
          <a:bodyPr lIns="0" rIns="0" anchor="ctr" anchorCtr="0"/>
          <a:lstStyle>
            <a:lvl1pPr>
              <a:lnSpc>
                <a:spcPct val="91000"/>
              </a:lnSpc>
              <a:defRPr sz="4400" spc="-10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Font typeface="Arial" panose="020B0604020202020204" pitchFamily="34" charset="0"/>
              <a:buChar char="​"/>
              <a:defRPr lang="en-US" sz="2400" kern="1200" spc="-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>
              <a:spcBef>
                <a:spcPts val="300"/>
              </a:spcBef>
              <a:buFont typeface="Arial" panose="020B0604020202020204" pitchFamily="34" charset="0"/>
              <a:buNone/>
              <a:defRPr sz="2400" b="0" spc="-30" baseline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0" spc="-30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 b="0" spc="-30" baseline="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 b="0" spc="-3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 b="0" spc="-30" baseline="0">
                <a:solidFill>
                  <a:schemeClr val="bg1"/>
                </a:solidFill>
                <a:latin typeface="+mj-lt"/>
              </a:defRPr>
            </a:lvl7pPr>
            <a:lvl8pPr marL="0" indent="0">
              <a:buFont typeface="Arial" panose="020B0604020202020204" pitchFamily="34" charset="0"/>
              <a:buChar char="​"/>
              <a:defRPr sz="2400" b="0" spc="-30">
                <a:solidFill>
                  <a:schemeClr val="bg1"/>
                </a:solidFill>
                <a:latin typeface="+mj-lt"/>
              </a:defRPr>
            </a:lvl8pPr>
            <a:lvl9pPr marL="0" indent="0">
              <a:spcAft>
                <a:spcPts val="600"/>
              </a:spcAft>
              <a:buFont typeface="Arial" panose="020B0604020202020204" pitchFamily="34" charset="0"/>
              <a:buChar char="​"/>
              <a:defRPr sz="2400" b="0" spc="-30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Section header</a:t>
            </a:r>
          </a:p>
          <a:p>
            <a:pPr lvl="1"/>
            <a:r>
              <a:rPr lang="en-US"/>
              <a:t>Placeholder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D6A2F-5567-F061-45D9-0AD77469A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1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53" y="0"/>
            <a:ext cx="12164695" cy="6857999"/>
          </a:xfrm>
          <a:prstGeom prst="rect">
            <a:avLst/>
          </a:prstGeom>
        </p:spPr>
      </p:pic>
      <p:sp>
        <p:nvSpPr>
          <p:cNvPr id="13" name="Logo">
            <a:extLst>
              <a:ext uri="{FF2B5EF4-FFF2-40B4-BE49-F238E27FC236}">
                <a16:creationId xmlns:a16="http://schemas.microsoft.com/office/drawing/2014/main" id="{4339C0E8-6C72-4487-9AAD-4BC5134CB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/>
        </p:nvSpPr>
        <p:spPr bwMode="auto">
          <a:xfrm>
            <a:off x="685800" y="6128752"/>
            <a:ext cx="601663" cy="164160"/>
          </a:xfrm>
          <a:custGeom>
            <a:avLst/>
            <a:gdLst>
              <a:gd name="T0" fmla="*/ 28 w 1604"/>
              <a:gd name="T1" fmla="*/ 171 h 432"/>
              <a:gd name="T2" fmla="*/ 0 w 1604"/>
              <a:gd name="T3" fmla="*/ 428 h 432"/>
              <a:gd name="T4" fmla="*/ 340 w 1604"/>
              <a:gd name="T5" fmla="*/ 196 h 432"/>
              <a:gd name="T6" fmla="*/ 397 w 1604"/>
              <a:gd name="T7" fmla="*/ 428 h 432"/>
              <a:gd name="T8" fmla="*/ 426 w 1604"/>
              <a:gd name="T9" fmla="*/ 196 h 432"/>
              <a:gd name="T10" fmla="*/ 483 w 1604"/>
              <a:gd name="T11" fmla="*/ 171 h 432"/>
              <a:gd name="T12" fmla="*/ 340 w 1604"/>
              <a:gd name="T13" fmla="*/ 196 h 432"/>
              <a:gd name="T14" fmla="*/ 626 w 1604"/>
              <a:gd name="T15" fmla="*/ 407 h 432"/>
              <a:gd name="T16" fmla="*/ 584 w 1604"/>
              <a:gd name="T17" fmla="*/ 171 h 432"/>
              <a:gd name="T18" fmla="*/ 555 w 1604"/>
              <a:gd name="T19" fmla="*/ 353 h 432"/>
              <a:gd name="T20" fmla="*/ 697 w 1604"/>
              <a:gd name="T21" fmla="*/ 351 h 432"/>
              <a:gd name="T22" fmla="*/ 669 w 1604"/>
              <a:gd name="T23" fmla="*/ 171 h 432"/>
              <a:gd name="T24" fmla="*/ 898 w 1604"/>
              <a:gd name="T25" fmla="*/ 196 h 432"/>
              <a:gd name="T26" fmla="*/ 956 w 1604"/>
              <a:gd name="T27" fmla="*/ 428 h 432"/>
              <a:gd name="T28" fmla="*/ 984 w 1604"/>
              <a:gd name="T29" fmla="*/ 196 h 432"/>
              <a:gd name="T30" fmla="*/ 1041 w 1604"/>
              <a:gd name="T31" fmla="*/ 171 h 432"/>
              <a:gd name="T32" fmla="*/ 898 w 1604"/>
              <a:gd name="T33" fmla="*/ 196 h 432"/>
              <a:gd name="T34" fmla="*/ 1155 w 1604"/>
              <a:gd name="T35" fmla="*/ 428 h 432"/>
              <a:gd name="T36" fmla="*/ 1127 w 1604"/>
              <a:gd name="T37" fmla="*/ 171 h 432"/>
              <a:gd name="T38" fmla="*/ 1345 w 1604"/>
              <a:gd name="T39" fmla="*/ 292 h 432"/>
              <a:gd name="T40" fmla="*/ 1320 w 1604"/>
              <a:gd name="T41" fmla="*/ 398 h 432"/>
              <a:gd name="T42" fmla="*/ 1270 w 1604"/>
              <a:gd name="T43" fmla="*/ 171 h 432"/>
              <a:gd name="T44" fmla="*/ 1303 w 1604"/>
              <a:gd name="T45" fmla="*/ 428 h 432"/>
              <a:gd name="T46" fmla="*/ 1403 w 1604"/>
              <a:gd name="T47" fmla="*/ 171 h 432"/>
              <a:gd name="T48" fmla="*/ 1345 w 1604"/>
              <a:gd name="T49" fmla="*/ 292 h 432"/>
              <a:gd name="T50" fmla="*/ 1604 w 1604"/>
              <a:gd name="T51" fmla="*/ 171 h 432"/>
              <a:gd name="T52" fmla="*/ 1485 w 1604"/>
              <a:gd name="T53" fmla="*/ 428 h 432"/>
              <a:gd name="T54" fmla="*/ 1604 w 1604"/>
              <a:gd name="T55" fmla="*/ 403 h 432"/>
              <a:gd name="T56" fmla="*/ 1513 w 1604"/>
              <a:gd name="T57" fmla="*/ 304 h 432"/>
              <a:gd name="T58" fmla="*/ 1598 w 1604"/>
              <a:gd name="T59" fmla="*/ 279 h 432"/>
              <a:gd name="T60" fmla="*/ 1513 w 1604"/>
              <a:gd name="T61" fmla="*/ 196 h 432"/>
              <a:gd name="T62" fmla="*/ 788 w 1604"/>
              <a:gd name="T63" fmla="*/ 428 h 432"/>
              <a:gd name="T64" fmla="*/ 816 w 1604"/>
              <a:gd name="T65" fmla="*/ 171 h 432"/>
              <a:gd name="T66" fmla="*/ 788 w 1604"/>
              <a:gd name="T67" fmla="*/ 428 h 432"/>
              <a:gd name="T68" fmla="*/ 248 w 1604"/>
              <a:gd name="T69" fmla="*/ 384 h 432"/>
              <a:gd name="T70" fmla="*/ 245 w 1604"/>
              <a:gd name="T71" fmla="*/ 377 h 432"/>
              <a:gd name="T72" fmla="*/ 124 w 1604"/>
              <a:gd name="T73" fmla="*/ 170 h 432"/>
              <a:gd name="T74" fmla="*/ 151 w 1604"/>
              <a:gd name="T75" fmla="*/ 427 h 432"/>
              <a:gd name="T76" fmla="*/ 148 w 1604"/>
              <a:gd name="T77" fmla="*/ 207 h 432"/>
              <a:gd name="T78" fmla="*/ 149 w 1604"/>
              <a:gd name="T79" fmla="*/ 208 h 432"/>
              <a:gd name="T80" fmla="*/ 239 w 1604"/>
              <a:gd name="T81" fmla="*/ 427 h 432"/>
              <a:gd name="T82" fmla="*/ 272 w 1604"/>
              <a:gd name="T83" fmla="*/ 170 h 432"/>
              <a:gd name="T84" fmla="*/ 246 w 1604"/>
              <a:gd name="T85" fmla="*/ 269 h 432"/>
              <a:gd name="T86" fmla="*/ 802 w 1604"/>
              <a:gd name="T87" fmla="*/ 113 h 432"/>
              <a:gd name="T88" fmla="*/ 802 w 1604"/>
              <a:gd name="T89" fmla="*/ 0 h 432"/>
              <a:gd name="T90" fmla="*/ 831 w 1604"/>
              <a:gd name="T91" fmla="*/ 56 h 432"/>
              <a:gd name="T92" fmla="*/ 773 w 1604"/>
              <a:gd name="T93" fmla="*/ 56 h 432"/>
              <a:gd name="T94" fmla="*/ 831 w 1604"/>
              <a:gd name="T95" fmla="*/ 56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04" h="432">
                <a:moveTo>
                  <a:pt x="0" y="171"/>
                </a:moveTo>
                <a:cubicBezTo>
                  <a:pt x="28" y="171"/>
                  <a:pt x="28" y="171"/>
                  <a:pt x="28" y="171"/>
                </a:cubicBezTo>
                <a:cubicBezTo>
                  <a:pt x="28" y="428"/>
                  <a:pt x="28" y="428"/>
                  <a:pt x="28" y="428"/>
                </a:cubicBezTo>
                <a:cubicBezTo>
                  <a:pt x="0" y="428"/>
                  <a:pt x="0" y="428"/>
                  <a:pt x="0" y="428"/>
                </a:cubicBezTo>
                <a:lnTo>
                  <a:pt x="0" y="171"/>
                </a:lnTo>
                <a:close/>
                <a:moveTo>
                  <a:pt x="340" y="196"/>
                </a:moveTo>
                <a:cubicBezTo>
                  <a:pt x="397" y="196"/>
                  <a:pt x="397" y="196"/>
                  <a:pt x="397" y="196"/>
                </a:cubicBezTo>
                <a:cubicBezTo>
                  <a:pt x="397" y="428"/>
                  <a:pt x="397" y="428"/>
                  <a:pt x="397" y="428"/>
                </a:cubicBezTo>
                <a:cubicBezTo>
                  <a:pt x="426" y="428"/>
                  <a:pt x="426" y="428"/>
                  <a:pt x="426" y="428"/>
                </a:cubicBezTo>
                <a:cubicBezTo>
                  <a:pt x="426" y="196"/>
                  <a:pt x="426" y="196"/>
                  <a:pt x="426" y="196"/>
                </a:cubicBezTo>
                <a:cubicBezTo>
                  <a:pt x="483" y="196"/>
                  <a:pt x="483" y="196"/>
                  <a:pt x="483" y="196"/>
                </a:cubicBezTo>
                <a:cubicBezTo>
                  <a:pt x="483" y="171"/>
                  <a:pt x="483" y="171"/>
                  <a:pt x="483" y="171"/>
                </a:cubicBezTo>
                <a:cubicBezTo>
                  <a:pt x="340" y="171"/>
                  <a:pt x="340" y="171"/>
                  <a:pt x="340" y="171"/>
                </a:cubicBezTo>
                <a:lnTo>
                  <a:pt x="340" y="196"/>
                </a:lnTo>
                <a:close/>
                <a:moveTo>
                  <a:pt x="669" y="351"/>
                </a:moveTo>
                <a:cubicBezTo>
                  <a:pt x="669" y="384"/>
                  <a:pt x="660" y="407"/>
                  <a:pt x="626" y="407"/>
                </a:cubicBezTo>
                <a:cubicBezTo>
                  <a:pt x="592" y="407"/>
                  <a:pt x="584" y="379"/>
                  <a:pt x="584" y="351"/>
                </a:cubicBezTo>
                <a:cubicBezTo>
                  <a:pt x="584" y="171"/>
                  <a:pt x="584" y="171"/>
                  <a:pt x="584" y="171"/>
                </a:cubicBezTo>
                <a:cubicBezTo>
                  <a:pt x="555" y="171"/>
                  <a:pt x="555" y="171"/>
                  <a:pt x="555" y="171"/>
                </a:cubicBezTo>
                <a:cubicBezTo>
                  <a:pt x="555" y="353"/>
                  <a:pt x="555" y="353"/>
                  <a:pt x="555" y="353"/>
                </a:cubicBezTo>
                <a:cubicBezTo>
                  <a:pt x="555" y="400"/>
                  <a:pt x="573" y="432"/>
                  <a:pt x="625" y="432"/>
                </a:cubicBezTo>
                <a:cubicBezTo>
                  <a:pt x="679" y="432"/>
                  <a:pt x="697" y="398"/>
                  <a:pt x="697" y="351"/>
                </a:cubicBezTo>
                <a:cubicBezTo>
                  <a:pt x="697" y="171"/>
                  <a:pt x="697" y="171"/>
                  <a:pt x="697" y="171"/>
                </a:cubicBezTo>
                <a:cubicBezTo>
                  <a:pt x="669" y="171"/>
                  <a:pt x="669" y="171"/>
                  <a:pt x="669" y="171"/>
                </a:cubicBezTo>
                <a:lnTo>
                  <a:pt x="669" y="351"/>
                </a:lnTo>
                <a:close/>
                <a:moveTo>
                  <a:pt x="898" y="196"/>
                </a:moveTo>
                <a:cubicBezTo>
                  <a:pt x="956" y="196"/>
                  <a:pt x="956" y="196"/>
                  <a:pt x="956" y="196"/>
                </a:cubicBezTo>
                <a:cubicBezTo>
                  <a:pt x="956" y="428"/>
                  <a:pt x="956" y="428"/>
                  <a:pt x="956" y="428"/>
                </a:cubicBezTo>
                <a:cubicBezTo>
                  <a:pt x="984" y="428"/>
                  <a:pt x="984" y="428"/>
                  <a:pt x="984" y="428"/>
                </a:cubicBezTo>
                <a:cubicBezTo>
                  <a:pt x="984" y="196"/>
                  <a:pt x="984" y="196"/>
                  <a:pt x="984" y="196"/>
                </a:cubicBezTo>
                <a:cubicBezTo>
                  <a:pt x="1041" y="196"/>
                  <a:pt x="1041" y="196"/>
                  <a:pt x="1041" y="196"/>
                </a:cubicBezTo>
                <a:cubicBezTo>
                  <a:pt x="1041" y="171"/>
                  <a:pt x="1041" y="171"/>
                  <a:pt x="1041" y="171"/>
                </a:cubicBezTo>
                <a:cubicBezTo>
                  <a:pt x="898" y="171"/>
                  <a:pt x="898" y="171"/>
                  <a:pt x="898" y="171"/>
                </a:cubicBezTo>
                <a:lnTo>
                  <a:pt x="898" y="196"/>
                </a:lnTo>
                <a:close/>
                <a:moveTo>
                  <a:pt x="1127" y="428"/>
                </a:moveTo>
                <a:cubicBezTo>
                  <a:pt x="1155" y="428"/>
                  <a:pt x="1155" y="428"/>
                  <a:pt x="1155" y="428"/>
                </a:cubicBezTo>
                <a:cubicBezTo>
                  <a:pt x="1155" y="171"/>
                  <a:pt x="1155" y="171"/>
                  <a:pt x="1155" y="171"/>
                </a:cubicBezTo>
                <a:cubicBezTo>
                  <a:pt x="1127" y="171"/>
                  <a:pt x="1127" y="171"/>
                  <a:pt x="1127" y="171"/>
                </a:cubicBezTo>
                <a:lnTo>
                  <a:pt x="1127" y="428"/>
                </a:lnTo>
                <a:close/>
                <a:moveTo>
                  <a:pt x="1345" y="292"/>
                </a:moveTo>
                <a:cubicBezTo>
                  <a:pt x="1336" y="329"/>
                  <a:pt x="1323" y="376"/>
                  <a:pt x="1320" y="398"/>
                </a:cubicBezTo>
                <a:cubicBezTo>
                  <a:pt x="1320" y="398"/>
                  <a:pt x="1320" y="398"/>
                  <a:pt x="1320" y="398"/>
                </a:cubicBezTo>
                <a:cubicBezTo>
                  <a:pt x="1316" y="373"/>
                  <a:pt x="1306" y="328"/>
                  <a:pt x="1298" y="292"/>
                </a:cubicBezTo>
                <a:cubicBezTo>
                  <a:pt x="1270" y="171"/>
                  <a:pt x="1270" y="171"/>
                  <a:pt x="1270" y="171"/>
                </a:cubicBezTo>
                <a:cubicBezTo>
                  <a:pt x="1239" y="171"/>
                  <a:pt x="1239" y="171"/>
                  <a:pt x="1239" y="171"/>
                </a:cubicBezTo>
                <a:cubicBezTo>
                  <a:pt x="1303" y="428"/>
                  <a:pt x="1303" y="428"/>
                  <a:pt x="1303" y="428"/>
                </a:cubicBezTo>
                <a:cubicBezTo>
                  <a:pt x="1337" y="428"/>
                  <a:pt x="1337" y="428"/>
                  <a:pt x="1337" y="428"/>
                </a:cubicBezTo>
                <a:cubicBezTo>
                  <a:pt x="1403" y="171"/>
                  <a:pt x="1403" y="171"/>
                  <a:pt x="1403" y="171"/>
                </a:cubicBezTo>
                <a:cubicBezTo>
                  <a:pt x="1374" y="171"/>
                  <a:pt x="1374" y="171"/>
                  <a:pt x="1374" y="171"/>
                </a:cubicBezTo>
                <a:lnTo>
                  <a:pt x="1345" y="292"/>
                </a:lnTo>
                <a:close/>
                <a:moveTo>
                  <a:pt x="1604" y="196"/>
                </a:moveTo>
                <a:cubicBezTo>
                  <a:pt x="1604" y="171"/>
                  <a:pt x="1604" y="171"/>
                  <a:pt x="1604" y="171"/>
                </a:cubicBezTo>
                <a:cubicBezTo>
                  <a:pt x="1485" y="171"/>
                  <a:pt x="1485" y="171"/>
                  <a:pt x="1485" y="171"/>
                </a:cubicBezTo>
                <a:cubicBezTo>
                  <a:pt x="1485" y="428"/>
                  <a:pt x="1485" y="428"/>
                  <a:pt x="1485" y="428"/>
                </a:cubicBezTo>
                <a:cubicBezTo>
                  <a:pt x="1604" y="428"/>
                  <a:pt x="1604" y="428"/>
                  <a:pt x="1604" y="428"/>
                </a:cubicBezTo>
                <a:cubicBezTo>
                  <a:pt x="1604" y="403"/>
                  <a:pt x="1604" y="403"/>
                  <a:pt x="1604" y="403"/>
                </a:cubicBezTo>
                <a:cubicBezTo>
                  <a:pt x="1513" y="403"/>
                  <a:pt x="1513" y="403"/>
                  <a:pt x="1513" y="403"/>
                </a:cubicBezTo>
                <a:cubicBezTo>
                  <a:pt x="1513" y="304"/>
                  <a:pt x="1513" y="304"/>
                  <a:pt x="1513" y="304"/>
                </a:cubicBezTo>
                <a:cubicBezTo>
                  <a:pt x="1598" y="304"/>
                  <a:pt x="1598" y="304"/>
                  <a:pt x="1598" y="304"/>
                </a:cubicBezTo>
                <a:cubicBezTo>
                  <a:pt x="1598" y="279"/>
                  <a:pt x="1598" y="279"/>
                  <a:pt x="1598" y="279"/>
                </a:cubicBezTo>
                <a:cubicBezTo>
                  <a:pt x="1513" y="279"/>
                  <a:pt x="1513" y="279"/>
                  <a:pt x="1513" y="279"/>
                </a:cubicBezTo>
                <a:cubicBezTo>
                  <a:pt x="1513" y="196"/>
                  <a:pt x="1513" y="196"/>
                  <a:pt x="1513" y="196"/>
                </a:cubicBezTo>
                <a:lnTo>
                  <a:pt x="1604" y="196"/>
                </a:lnTo>
                <a:close/>
                <a:moveTo>
                  <a:pt x="788" y="428"/>
                </a:moveTo>
                <a:cubicBezTo>
                  <a:pt x="816" y="428"/>
                  <a:pt x="816" y="428"/>
                  <a:pt x="816" y="428"/>
                </a:cubicBezTo>
                <a:cubicBezTo>
                  <a:pt x="816" y="171"/>
                  <a:pt x="816" y="171"/>
                  <a:pt x="816" y="171"/>
                </a:cubicBezTo>
                <a:cubicBezTo>
                  <a:pt x="788" y="171"/>
                  <a:pt x="788" y="171"/>
                  <a:pt x="788" y="171"/>
                </a:cubicBezTo>
                <a:lnTo>
                  <a:pt x="788" y="428"/>
                </a:lnTo>
                <a:close/>
                <a:moveTo>
                  <a:pt x="246" y="269"/>
                </a:moveTo>
                <a:cubicBezTo>
                  <a:pt x="246" y="311"/>
                  <a:pt x="246" y="349"/>
                  <a:pt x="248" y="384"/>
                </a:cubicBezTo>
                <a:cubicBezTo>
                  <a:pt x="248" y="384"/>
                  <a:pt x="248" y="384"/>
                  <a:pt x="248" y="384"/>
                </a:cubicBezTo>
                <a:cubicBezTo>
                  <a:pt x="247" y="382"/>
                  <a:pt x="247" y="380"/>
                  <a:pt x="245" y="377"/>
                </a:cubicBezTo>
                <a:cubicBezTo>
                  <a:pt x="222" y="315"/>
                  <a:pt x="159" y="170"/>
                  <a:pt x="159" y="170"/>
                </a:cubicBezTo>
                <a:cubicBezTo>
                  <a:pt x="124" y="170"/>
                  <a:pt x="124" y="170"/>
                  <a:pt x="124" y="170"/>
                </a:cubicBezTo>
                <a:cubicBezTo>
                  <a:pt x="124" y="427"/>
                  <a:pt x="124" y="427"/>
                  <a:pt x="124" y="427"/>
                </a:cubicBezTo>
                <a:cubicBezTo>
                  <a:pt x="151" y="427"/>
                  <a:pt x="151" y="427"/>
                  <a:pt x="151" y="427"/>
                </a:cubicBezTo>
                <a:cubicBezTo>
                  <a:pt x="151" y="327"/>
                  <a:pt x="151" y="327"/>
                  <a:pt x="151" y="327"/>
                </a:cubicBezTo>
                <a:cubicBezTo>
                  <a:pt x="151" y="281"/>
                  <a:pt x="150" y="239"/>
                  <a:pt x="148" y="207"/>
                </a:cubicBezTo>
                <a:cubicBezTo>
                  <a:pt x="149" y="207"/>
                  <a:pt x="149" y="207"/>
                  <a:pt x="149" y="207"/>
                </a:cubicBezTo>
                <a:cubicBezTo>
                  <a:pt x="149" y="207"/>
                  <a:pt x="149" y="207"/>
                  <a:pt x="149" y="208"/>
                </a:cubicBezTo>
                <a:cubicBezTo>
                  <a:pt x="149" y="209"/>
                  <a:pt x="150" y="211"/>
                  <a:pt x="151" y="214"/>
                </a:cubicBezTo>
                <a:cubicBezTo>
                  <a:pt x="169" y="257"/>
                  <a:pt x="239" y="427"/>
                  <a:pt x="239" y="427"/>
                </a:cubicBezTo>
                <a:cubicBezTo>
                  <a:pt x="272" y="427"/>
                  <a:pt x="272" y="427"/>
                  <a:pt x="272" y="427"/>
                </a:cubicBezTo>
                <a:cubicBezTo>
                  <a:pt x="272" y="170"/>
                  <a:pt x="272" y="170"/>
                  <a:pt x="272" y="170"/>
                </a:cubicBezTo>
                <a:cubicBezTo>
                  <a:pt x="246" y="170"/>
                  <a:pt x="246" y="170"/>
                  <a:pt x="246" y="170"/>
                </a:cubicBezTo>
                <a:lnTo>
                  <a:pt x="246" y="269"/>
                </a:lnTo>
                <a:close/>
                <a:moveTo>
                  <a:pt x="858" y="56"/>
                </a:moveTo>
                <a:cubicBezTo>
                  <a:pt x="858" y="87"/>
                  <a:pt x="833" y="113"/>
                  <a:pt x="802" y="113"/>
                </a:cubicBezTo>
                <a:cubicBezTo>
                  <a:pt x="771" y="113"/>
                  <a:pt x="746" y="87"/>
                  <a:pt x="746" y="56"/>
                </a:cubicBezTo>
                <a:cubicBezTo>
                  <a:pt x="746" y="25"/>
                  <a:pt x="771" y="0"/>
                  <a:pt x="802" y="0"/>
                </a:cubicBezTo>
                <a:cubicBezTo>
                  <a:pt x="833" y="0"/>
                  <a:pt x="858" y="25"/>
                  <a:pt x="858" y="56"/>
                </a:cubicBezTo>
                <a:close/>
                <a:moveTo>
                  <a:pt x="831" y="56"/>
                </a:moveTo>
                <a:cubicBezTo>
                  <a:pt x="831" y="40"/>
                  <a:pt x="818" y="27"/>
                  <a:pt x="802" y="27"/>
                </a:cubicBezTo>
                <a:cubicBezTo>
                  <a:pt x="786" y="27"/>
                  <a:pt x="773" y="40"/>
                  <a:pt x="773" y="56"/>
                </a:cubicBezTo>
                <a:cubicBezTo>
                  <a:pt x="773" y="72"/>
                  <a:pt x="786" y="85"/>
                  <a:pt x="802" y="85"/>
                </a:cubicBezTo>
                <a:cubicBezTo>
                  <a:pt x="818" y="85"/>
                  <a:pt x="831" y="72"/>
                  <a:pt x="831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0B90A4-8D23-CB71-E9CD-A8059EA2708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620227-C46C-E131-D8B6-A91A4FDBA75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69AFDBC-DDA4-090A-E3B2-9B3AD86D0BE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855D1843-7228-2E34-F60E-BAAF7F4CE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85800" y="6128752"/>
            <a:ext cx="601663" cy="164160"/>
          </a:xfrm>
          <a:custGeom>
            <a:avLst/>
            <a:gdLst>
              <a:gd name="T0" fmla="*/ 28 w 1604"/>
              <a:gd name="T1" fmla="*/ 171 h 432"/>
              <a:gd name="T2" fmla="*/ 0 w 1604"/>
              <a:gd name="T3" fmla="*/ 428 h 432"/>
              <a:gd name="T4" fmla="*/ 340 w 1604"/>
              <a:gd name="T5" fmla="*/ 196 h 432"/>
              <a:gd name="T6" fmla="*/ 397 w 1604"/>
              <a:gd name="T7" fmla="*/ 428 h 432"/>
              <a:gd name="T8" fmla="*/ 426 w 1604"/>
              <a:gd name="T9" fmla="*/ 196 h 432"/>
              <a:gd name="T10" fmla="*/ 483 w 1604"/>
              <a:gd name="T11" fmla="*/ 171 h 432"/>
              <a:gd name="T12" fmla="*/ 340 w 1604"/>
              <a:gd name="T13" fmla="*/ 196 h 432"/>
              <a:gd name="T14" fmla="*/ 626 w 1604"/>
              <a:gd name="T15" fmla="*/ 407 h 432"/>
              <a:gd name="T16" fmla="*/ 584 w 1604"/>
              <a:gd name="T17" fmla="*/ 171 h 432"/>
              <a:gd name="T18" fmla="*/ 555 w 1604"/>
              <a:gd name="T19" fmla="*/ 353 h 432"/>
              <a:gd name="T20" fmla="*/ 697 w 1604"/>
              <a:gd name="T21" fmla="*/ 351 h 432"/>
              <a:gd name="T22" fmla="*/ 669 w 1604"/>
              <a:gd name="T23" fmla="*/ 171 h 432"/>
              <a:gd name="T24" fmla="*/ 898 w 1604"/>
              <a:gd name="T25" fmla="*/ 196 h 432"/>
              <a:gd name="T26" fmla="*/ 956 w 1604"/>
              <a:gd name="T27" fmla="*/ 428 h 432"/>
              <a:gd name="T28" fmla="*/ 984 w 1604"/>
              <a:gd name="T29" fmla="*/ 196 h 432"/>
              <a:gd name="T30" fmla="*/ 1041 w 1604"/>
              <a:gd name="T31" fmla="*/ 171 h 432"/>
              <a:gd name="T32" fmla="*/ 898 w 1604"/>
              <a:gd name="T33" fmla="*/ 196 h 432"/>
              <a:gd name="T34" fmla="*/ 1155 w 1604"/>
              <a:gd name="T35" fmla="*/ 428 h 432"/>
              <a:gd name="T36" fmla="*/ 1127 w 1604"/>
              <a:gd name="T37" fmla="*/ 171 h 432"/>
              <a:gd name="T38" fmla="*/ 1345 w 1604"/>
              <a:gd name="T39" fmla="*/ 292 h 432"/>
              <a:gd name="T40" fmla="*/ 1320 w 1604"/>
              <a:gd name="T41" fmla="*/ 398 h 432"/>
              <a:gd name="T42" fmla="*/ 1270 w 1604"/>
              <a:gd name="T43" fmla="*/ 171 h 432"/>
              <a:gd name="T44" fmla="*/ 1303 w 1604"/>
              <a:gd name="T45" fmla="*/ 428 h 432"/>
              <a:gd name="T46" fmla="*/ 1403 w 1604"/>
              <a:gd name="T47" fmla="*/ 171 h 432"/>
              <a:gd name="T48" fmla="*/ 1345 w 1604"/>
              <a:gd name="T49" fmla="*/ 292 h 432"/>
              <a:gd name="T50" fmla="*/ 1604 w 1604"/>
              <a:gd name="T51" fmla="*/ 171 h 432"/>
              <a:gd name="T52" fmla="*/ 1485 w 1604"/>
              <a:gd name="T53" fmla="*/ 428 h 432"/>
              <a:gd name="T54" fmla="*/ 1604 w 1604"/>
              <a:gd name="T55" fmla="*/ 403 h 432"/>
              <a:gd name="T56" fmla="*/ 1513 w 1604"/>
              <a:gd name="T57" fmla="*/ 304 h 432"/>
              <a:gd name="T58" fmla="*/ 1598 w 1604"/>
              <a:gd name="T59" fmla="*/ 279 h 432"/>
              <a:gd name="T60" fmla="*/ 1513 w 1604"/>
              <a:gd name="T61" fmla="*/ 196 h 432"/>
              <a:gd name="T62" fmla="*/ 788 w 1604"/>
              <a:gd name="T63" fmla="*/ 428 h 432"/>
              <a:gd name="T64" fmla="*/ 816 w 1604"/>
              <a:gd name="T65" fmla="*/ 171 h 432"/>
              <a:gd name="T66" fmla="*/ 788 w 1604"/>
              <a:gd name="T67" fmla="*/ 428 h 432"/>
              <a:gd name="T68" fmla="*/ 248 w 1604"/>
              <a:gd name="T69" fmla="*/ 384 h 432"/>
              <a:gd name="T70" fmla="*/ 245 w 1604"/>
              <a:gd name="T71" fmla="*/ 377 h 432"/>
              <a:gd name="T72" fmla="*/ 124 w 1604"/>
              <a:gd name="T73" fmla="*/ 170 h 432"/>
              <a:gd name="T74" fmla="*/ 151 w 1604"/>
              <a:gd name="T75" fmla="*/ 427 h 432"/>
              <a:gd name="T76" fmla="*/ 148 w 1604"/>
              <a:gd name="T77" fmla="*/ 207 h 432"/>
              <a:gd name="T78" fmla="*/ 149 w 1604"/>
              <a:gd name="T79" fmla="*/ 208 h 432"/>
              <a:gd name="T80" fmla="*/ 239 w 1604"/>
              <a:gd name="T81" fmla="*/ 427 h 432"/>
              <a:gd name="T82" fmla="*/ 272 w 1604"/>
              <a:gd name="T83" fmla="*/ 170 h 432"/>
              <a:gd name="T84" fmla="*/ 246 w 1604"/>
              <a:gd name="T85" fmla="*/ 269 h 432"/>
              <a:gd name="T86" fmla="*/ 802 w 1604"/>
              <a:gd name="T87" fmla="*/ 113 h 432"/>
              <a:gd name="T88" fmla="*/ 802 w 1604"/>
              <a:gd name="T89" fmla="*/ 0 h 432"/>
              <a:gd name="T90" fmla="*/ 831 w 1604"/>
              <a:gd name="T91" fmla="*/ 56 h 432"/>
              <a:gd name="T92" fmla="*/ 773 w 1604"/>
              <a:gd name="T93" fmla="*/ 56 h 432"/>
              <a:gd name="T94" fmla="*/ 831 w 1604"/>
              <a:gd name="T95" fmla="*/ 56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04" h="432">
                <a:moveTo>
                  <a:pt x="0" y="171"/>
                </a:moveTo>
                <a:cubicBezTo>
                  <a:pt x="28" y="171"/>
                  <a:pt x="28" y="171"/>
                  <a:pt x="28" y="171"/>
                </a:cubicBezTo>
                <a:cubicBezTo>
                  <a:pt x="28" y="428"/>
                  <a:pt x="28" y="428"/>
                  <a:pt x="28" y="428"/>
                </a:cubicBezTo>
                <a:cubicBezTo>
                  <a:pt x="0" y="428"/>
                  <a:pt x="0" y="428"/>
                  <a:pt x="0" y="428"/>
                </a:cubicBezTo>
                <a:lnTo>
                  <a:pt x="0" y="171"/>
                </a:lnTo>
                <a:close/>
                <a:moveTo>
                  <a:pt x="340" y="196"/>
                </a:moveTo>
                <a:cubicBezTo>
                  <a:pt x="397" y="196"/>
                  <a:pt x="397" y="196"/>
                  <a:pt x="397" y="196"/>
                </a:cubicBezTo>
                <a:cubicBezTo>
                  <a:pt x="397" y="428"/>
                  <a:pt x="397" y="428"/>
                  <a:pt x="397" y="428"/>
                </a:cubicBezTo>
                <a:cubicBezTo>
                  <a:pt x="426" y="428"/>
                  <a:pt x="426" y="428"/>
                  <a:pt x="426" y="428"/>
                </a:cubicBezTo>
                <a:cubicBezTo>
                  <a:pt x="426" y="196"/>
                  <a:pt x="426" y="196"/>
                  <a:pt x="426" y="196"/>
                </a:cubicBezTo>
                <a:cubicBezTo>
                  <a:pt x="483" y="196"/>
                  <a:pt x="483" y="196"/>
                  <a:pt x="483" y="196"/>
                </a:cubicBezTo>
                <a:cubicBezTo>
                  <a:pt x="483" y="171"/>
                  <a:pt x="483" y="171"/>
                  <a:pt x="483" y="171"/>
                </a:cubicBezTo>
                <a:cubicBezTo>
                  <a:pt x="340" y="171"/>
                  <a:pt x="340" y="171"/>
                  <a:pt x="340" y="171"/>
                </a:cubicBezTo>
                <a:lnTo>
                  <a:pt x="340" y="196"/>
                </a:lnTo>
                <a:close/>
                <a:moveTo>
                  <a:pt x="669" y="351"/>
                </a:moveTo>
                <a:cubicBezTo>
                  <a:pt x="669" y="384"/>
                  <a:pt x="660" y="407"/>
                  <a:pt x="626" y="407"/>
                </a:cubicBezTo>
                <a:cubicBezTo>
                  <a:pt x="592" y="407"/>
                  <a:pt x="584" y="379"/>
                  <a:pt x="584" y="351"/>
                </a:cubicBezTo>
                <a:cubicBezTo>
                  <a:pt x="584" y="171"/>
                  <a:pt x="584" y="171"/>
                  <a:pt x="584" y="171"/>
                </a:cubicBezTo>
                <a:cubicBezTo>
                  <a:pt x="555" y="171"/>
                  <a:pt x="555" y="171"/>
                  <a:pt x="555" y="171"/>
                </a:cubicBezTo>
                <a:cubicBezTo>
                  <a:pt x="555" y="353"/>
                  <a:pt x="555" y="353"/>
                  <a:pt x="555" y="353"/>
                </a:cubicBezTo>
                <a:cubicBezTo>
                  <a:pt x="555" y="400"/>
                  <a:pt x="573" y="432"/>
                  <a:pt x="625" y="432"/>
                </a:cubicBezTo>
                <a:cubicBezTo>
                  <a:pt x="679" y="432"/>
                  <a:pt x="697" y="398"/>
                  <a:pt x="697" y="351"/>
                </a:cubicBezTo>
                <a:cubicBezTo>
                  <a:pt x="697" y="171"/>
                  <a:pt x="697" y="171"/>
                  <a:pt x="697" y="171"/>
                </a:cubicBezTo>
                <a:cubicBezTo>
                  <a:pt x="669" y="171"/>
                  <a:pt x="669" y="171"/>
                  <a:pt x="669" y="171"/>
                </a:cubicBezTo>
                <a:lnTo>
                  <a:pt x="669" y="351"/>
                </a:lnTo>
                <a:close/>
                <a:moveTo>
                  <a:pt x="898" y="196"/>
                </a:moveTo>
                <a:cubicBezTo>
                  <a:pt x="956" y="196"/>
                  <a:pt x="956" y="196"/>
                  <a:pt x="956" y="196"/>
                </a:cubicBezTo>
                <a:cubicBezTo>
                  <a:pt x="956" y="428"/>
                  <a:pt x="956" y="428"/>
                  <a:pt x="956" y="428"/>
                </a:cubicBezTo>
                <a:cubicBezTo>
                  <a:pt x="984" y="428"/>
                  <a:pt x="984" y="428"/>
                  <a:pt x="984" y="428"/>
                </a:cubicBezTo>
                <a:cubicBezTo>
                  <a:pt x="984" y="196"/>
                  <a:pt x="984" y="196"/>
                  <a:pt x="984" y="196"/>
                </a:cubicBezTo>
                <a:cubicBezTo>
                  <a:pt x="1041" y="196"/>
                  <a:pt x="1041" y="196"/>
                  <a:pt x="1041" y="196"/>
                </a:cubicBezTo>
                <a:cubicBezTo>
                  <a:pt x="1041" y="171"/>
                  <a:pt x="1041" y="171"/>
                  <a:pt x="1041" y="171"/>
                </a:cubicBezTo>
                <a:cubicBezTo>
                  <a:pt x="898" y="171"/>
                  <a:pt x="898" y="171"/>
                  <a:pt x="898" y="171"/>
                </a:cubicBezTo>
                <a:lnTo>
                  <a:pt x="898" y="196"/>
                </a:lnTo>
                <a:close/>
                <a:moveTo>
                  <a:pt x="1127" y="428"/>
                </a:moveTo>
                <a:cubicBezTo>
                  <a:pt x="1155" y="428"/>
                  <a:pt x="1155" y="428"/>
                  <a:pt x="1155" y="428"/>
                </a:cubicBezTo>
                <a:cubicBezTo>
                  <a:pt x="1155" y="171"/>
                  <a:pt x="1155" y="171"/>
                  <a:pt x="1155" y="171"/>
                </a:cubicBezTo>
                <a:cubicBezTo>
                  <a:pt x="1127" y="171"/>
                  <a:pt x="1127" y="171"/>
                  <a:pt x="1127" y="171"/>
                </a:cubicBezTo>
                <a:lnTo>
                  <a:pt x="1127" y="428"/>
                </a:lnTo>
                <a:close/>
                <a:moveTo>
                  <a:pt x="1345" y="292"/>
                </a:moveTo>
                <a:cubicBezTo>
                  <a:pt x="1336" y="329"/>
                  <a:pt x="1323" y="376"/>
                  <a:pt x="1320" y="398"/>
                </a:cubicBezTo>
                <a:cubicBezTo>
                  <a:pt x="1320" y="398"/>
                  <a:pt x="1320" y="398"/>
                  <a:pt x="1320" y="398"/>
                </a:cubicBezTo>
                <a:cubicBezTo>
                  <a:pt x="1316" y="373"/>
                  <a:pt x="1306" y="328"/>
                  <a:pt x="1298" y="292"/>
                </a:cubicBezTo>
                <a:cubicBezTo>
                  <a:pt x="1270" y="171"/>
                  <a:pt x="1270" y="171"/>
                  <a:pt x="1270" y="171"/>
                </a:cubicBezTo>
                <a:cubicBezTo>
                  <a:pt x="1239" y="171"/>
                  <a:pt x="1239" y="171"/>
                  <a:pt x="1239" y="171"/>
                </a:cubicBezTo>
                <a:cubicBezTo>
                  <a:pt x="1303" y="428"/>
                  <a:pt x="1303" y="428"/>
                  <a:pt x="1303" y="428"/>
                </a:cubicBezTo>
                <a:cubicBezTo>
                  <a:pt x="1337" y="428"/>
                  <a:pt x="1337" y="428"/>
                  <a:pt x="1337" y="428"/>
                </a:cubicBezTo>
                <a:cubicBezTo>
                  <a:pt x="1403" y="171"/>
                  <a:pt x="1403" y="171"/>
                  <a:pt x="1403" y="171"/>
                </a:cubicBezTo>
                <a:cubicBezTo>
                  <a:pt x="1374" y="171"/>
                  <a:pt x="1374" y="171"/>
                  <a:pt x="1374" y="171"/>
                </a:cubicBezTo>
                <a:lnTo>
                  <a:pt x="1345" y="292"/>
                </a:lnTo>
                <a:close/>
                <a:moveTo>
                  <a:pt x="1604" y="196"/>
                </a:moveTo>
                <a:cubicBezTo>
                  <a:pt x="1604" y="171"/>
                  <a:pt x="1604" y="171"/>
                  <a:pt x="1604" y="171"/>
                </a:cubicBezTo>
                <a:cubicBezTo>
                  <a:pt x="1485" y="171"/>
                  <a:pt x="1485" y="171"/>
                  <a:pt x="1485" y="171"/>
                </a:cubicBezTo>
                <a:cubicBezTo>
                  <a:pt x="1485" y="428"/>
                  <a:pt x="1485" y="428"/>
                  <a:pt x="1485" y="428"/>
                </a:cubicBezTo>
                <a:cubicBezTo>
                  <a:pt x="1604" y="428"/>
                  <a:pt x="1604" y="428"/>
                  <a:pt x="1604" y="428"/>
                </a:cubicBezTo>
                <a:cubicBezTo>
                  <a:pt x="1604" y="403"/>
                  <a:pt x="1604" y="403"/>
                  <a:pt x="1604" y="403"/>
                </a:cubicBezTo>
                <a:cubicBezTo>
                  <a:pt x="1513" y="403"/>
                  <a:pt x="1513" y="403"/>
                  <a:pt x="1513" y="403"/>
                </a:cubicBezTo>
                <a:cubicBezTo>
                  <a:pt x="1513" y="304"/>
                  <a:pt x="1513" y="304"/>
                  <a:pt x="1513" y="304"/>
                </a:cubicBezTo>
                <a:cubicBezTo>
                  <a:pt x="1598" y="304"/>
                  <a:pt x="1598" y="304"/>
                  <a:pt x="1598" y="304"/>
                </a:cubicBezTo>
                <a:cubicBezTo>
                  <a:pt x="1598" y="279"/>
                  <a:pt x="1598" y="279"/>
                  <a:pt x="1598" y="279"/>
                </a:cubicBezTo>
                <a:cubicBezTo>
                  <a:pt x="1513" y="279"/>
                  <a:pt x="1513" y="279"/>
                  <a:pt x="1513" y="279"/>
                </a:cubicBezTo>
                <a:cubicBezTo>
                  <a:pt x="1513" y="196"/>
                  <a:pt x="1513" y="196"/>
                  <a:pt x="1513" y="196"/>
                </a:cubicBezTo>
                <a:lnTo>
                  <a:pt x="1604" y="196"/>
                </a:lnTo>
                <a:close/>
                <a:moveTo>
                  <a:pt x="788" y="428"/>
                </a:moveTo>
                <a:cubicBezTo>
                  <a:pt x="816" y="428"/>
                  <a:pt x="816" y="428"/>
                  <a:pt x="816" y="428"/>
                </a:cubicBezTo>
                <a:cubicBezTo>
                  <a:pt x="816" y="171"/>
                  <a:pt x="816" y="171"/>
                  <a:pt x="816" y="171"/>
                </a:cubicBezTo>
                <a:cubicBezTo>
                  <a:pt x="788" y="171"/>
                  <a:pt x="788" y="171"/>
                  <a:pt x="788" y="171"/>
                </a:cubicBezTo>
                <a:lnTo>
                  <a:pt x="788" y="428"/>
                </a:lnTo>
                <a:close/>
                <a:moveTo>
                  <a:pt x="246" y="269"/>
                </a:moveTo>
                <a:cubicBezTo>
                  <a:pt x="246" y="311"/>
                  <a:pt x="246" y="349"/>
                  <a:pt x="248" y="384"/>
                </a:cubicBezTo>
                <a:cubicBezTo>
                  <a:pt x="248" y="384"/>
                  <a:pt x="248" y="384"/>
                  <a:pt x="248" y="384"/>
                </a:cubicBezTo>
                <a:cubicBezTo>
                  <a:pt x="247" y="382"/>
                  <a:pt x="247" y="380"/>
                  <a:pt x="245" y="377"/>
                </a:cubicBezTo>
                <a:cubicBezTo>
                  <a:pt x="222" y="315"/>
                  <a:pt x="159" y="170"/>
                  <a:pt x="159" y="170"/>
                </a:cubicBezTo>
                <a:cubicBezTo>
                  <a:pt x="124" y="170"/>
                  <a:pt x="124" y="170"/>
                  <a:pt x="124" y="170"/>
                </a:cubicBezTo>
                <a:cubicBezTo>
                  <a:pt x="124" y="427"/>
                  <a:pt x="124" y="427"/>
                  <a:pt x="124" y="427"/>
                </a:cubicBezTo>
                <a:cubicBezTo>
                  <a:pt x="151" y="427"/>
                  <a:pt x="151" y="427"/>
                  <a:pt x="151" y="427"/>
                </a:cubicBezTo>
                <a:cubicBezTo>
                  <a:pt x="151" y="327"/>
                  <a:pt x="151" y="327"/>
                  <a:pt x="151" y="327"/>
                </a:cubicBezTo>
                <a:cubicBezTo>
                  <a:pt x="151" y="281"/>
                  <a:pt x="150" y="239"/>
                  <a:pt x="148" y="207"/>
                </a:cubicBezTo>
                <a:cubicBezTo>
                  <a:pt x="149" y="207"/>
                  <a:pt x="149" y="207"/>
                  <a:pt x="149" y="207"/>
                </a:cubicBezTo>
                <a:cubicBezTo>
                  <a:pt x="149" y="207"/>
                  <a:pt x="149" y="207"/>
                  <a:pt x="149" y="208"/>
                </a:cubicBezTo>
                <a:cubicBezTo>
                  <a:pt x="149" y="209"/>
                  <a:pt x="150" y="211"/>
                  <a:pt x="151" y="214"/>
                </a:cubicBezTo>
                <a:cubicBezTo>
                  <a:pt x="169" y="257"/>
                  <a:pt x="239" y="427"/>
                  <a:pt x="239" y="427"/>
                </a:cubicBezTo>
                <a:cubicBezTo>
                  <a:pt x="272" y="427"/>
                  <a:pt x="272" y="427"/>
                  <a:pt x="272" y="427"/>
                </a:cubicBezTo>
                <a:cubicBezTo>
                  <a:pt x="272" y="170"/>
                  <a:pt x="272" y="170"/>
                  <a:pt x="272" y="170"/>
                </a:cubicBezTo>
                <a:cubicBezTo>
                  <a:pt x="246" y="170"/>
                  <a:pt x="246" y="170"/>
                  <a:pt x="246" y="170"/>
                </a:cubicBezTo>
                <a:lnTo>
                  <a:pt x="246" y="269"/>
                </a:lnTo>
                <a:close/>
                <a:moveTo>
                  <a:pt x="858" y="56"/>
                </a:moveTo>
                <a:cubicBezTo>
                  <a:pt x="858" y="87"/>
                  <a:pt x="833" y="113"/>
                  <a:pt x="802" y="113"/>
                </a:cubicBezTo>
                <a:cubicBezTo>
                  <a:pt x="771" y="113"/>
                  <a:pt x="746" y="87"/>
                  <a:pt x="746" y="56"/>
                </a:cubicBezTo>
                <a:cubicBezTo>
                  <a:pt x="746" y="25"/>
                  <a:pt x="771" y="0"/>
                  <a:pt x="802" y="0"/>
                </a:cubicBezTo>
                <a:cubicBezTo>
                  <a:pt x="833" y="0"/>
                  <a:pt x="858" y="25"/>
                  <a:pt x="858" y="56"/>
                </a:cubicBezTo>
                <a:close/>
                <a:moveTo>
                  <a:pt x="831" y="56"/>
                </a:moveTo>
                <a:cubicBezTo>
                  <a:pt x="831" y="40"/>
                  <a:pt x="818" y="27"/>
                  <a:pt x="802" y="27"/>
                </a:cubicBezTo>
                <a:cubicBezTo>
                  <a:pt x="786" y="27"/>
                  <a:pt x="773" y="40"/>
                  <a:pt x="773" y="56"/>
                </a:cubicBezTo>
                <a:cubicBezTo>
                  <a:pt x="773" y="72"/>
                  <a:pt x="786" y="85"/>
                  <a:pt x="802" y="85"/>
                </a:cubicBezTo>
                <a:cubicBezTo>
                  <a:pt x="818" y="85"/>
                  <a:pt x="831" y="72"/>
                  <a:pt x="831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01965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Divider (Gray)">
    <p:bg>
      <p:bgPr>
        <a:gradFill>
          <a:gsLst>
            <a:gs pos="94000">
              <a:srgbClr val="D6E1FF"/>
            </a:gs>
            <a:gs pos="6000">
              <a:srgbClr val="EEEAE7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DD48E877-76B3-85D4-715B-1D7F41E66D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5800" y="990600"/>
            <a:ext cx="8610600" cy="4876800"/>
          </a:xfrm>
          <a:noFill/>
        </p:spPr>
        <p:txBody>
          <a:bodyPr lIns="0" rIns="0" anchor="ctr" anchorCtr="0">
            <a:noAutofit/>
          </a:bodyPr>
          <a:lstStyle>
            <a:lvl1pPr>
              <a:lnSpc>
                <a:spcPct val="91000"/>
              </a:lnSpc>
              <a:defRPr sz="4400" spc="-100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Font typeface="Arial" panose="020B0604020202020204" pitchFamily="34" charset="0"/>
              <a:buChar char="​"/>
              <a:defRPr lang="en-US" sz="2400" kern="1200" spc="-3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>
              <a:spcBef>
                <a:spcPts val="300"/>
              </a:spcBef>
              <a:buFont typeface="Arial" panose="020B0604020202020204" pitchFamily="34" charset="0"/>
              <a:buNone/>
              <a:defRPr sz="2400" b="0" spc="-30" baseline="0">
                <a:solidFill>
                  <a:schemeClr val="tx1"/>
                </a:solidFill>
                <a:latin typeface="+mj-lt"/>
              </a:defRPr>
            </a:lvl3pPr>
            <a:lvl4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0" spc="-30" baseline="0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 b="0" spc="-30" baseline="0">
                <a:solidFill>
                  <a:schemeClr val="tx1"/>
                </a:solidFill>
                <a:latin typeface="+mj-lt"/>
              </a:defRPr>
            </a:lvl5pPr>
            <a:lvl6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 b="0" spc="-30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400" b="0" spc="-30" baseline="0">
                <a:solidFill>
                  <a:schemeClr val="tx1"/>
                </a:solidFill>
                <a:latin typeface="+mj-lt"/>
              </a:defRPr>
            </a:lvl7pPr>
            <a:lvl8pPr marL="0" indent="0">
              <a:buFont typeface="Arial" panose="020B0604020202020204" pitchFamily="34" charset="0"/>
              <a:buChar char="​"/>
              <a:defRPr sz="2400" b="0" spc="-30">
                <a:solidFill>
                  <a:schemeClr val="tx1"/>
                </a:solidFill>
                <a:latin typeface="+mj-lt"/>
              </a:defRPr>
            </a:lvl8pPr>
            <a:lvl9pPr marL="0" indent="0">
              <a:spcAft>
                <a:spcPts val="600"/>
              </a:spcAft>
              <a:buFont typeface="Arial" panose="020B0604020202020204" pitchFamily="34" charset="0"/>
              <a:buChar char="​"/>
              <a:defRPr sz="2400" b="0" spc="-30" baseline="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Section header</a:t>
            </a:r>
          </a:p>
          <a:p>
            <a:pPr lvl="1"/>
            <a:r>
              <a:rPr lang="en-US"/>
              <a:t>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AFB0F-50D3-007E-A71B-BACAAAD0B9A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C2ADF0-9C26-B823-7C3A-650813C87C1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12D0F-5CDD-4521-3784-40D3770FC65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5216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D5D3-D0B7-4359-8DB2-96E467ADDF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799" y="2757325"/>
            <a:ext cx="4940301" cy="462884"/>
          </a:xfrm>
        </p:spPr>
        <p:txBody>
          <a:bodyPr anchor="b">
            <a:no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620498-E72F-46EA-BB26-97ADF95787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10300" y="685801"/>
            <a:ext cx="5294313" cy="5159002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8" name="Footnote Placeholder">
            <a:extLst>
              <a:ext uri="{FF2B5EF4-FFF2-40B4-BE49-F238E27FC236}">
                <a16:creationId xmlns:a16="http://schemas.microsoft.com/office/drawing/2014/main" id="{56E4CC9D-8FD2-4513-8CE4-AEEC02C8C1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5844803"/>
            <a:ext cx="10818814" cy="18134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 b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solidFill>
                  <a:schemeClr val="tx1"/>
                </a:solidFill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solidFill>
                  <a:schemeClr val="tx1"/>
                </a:solidFill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CA14D314-D0F0-4F30-9AAD-38D30BBC14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1" y="3363423"/>
            <a:ext cx="4940300" cy="27541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B83E8C-CD67-835B-5980-F31BE89668C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4836B5-E9AB-56DB-C31E-DF5AFFCD837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068928D-FC7A-265B-28BC-BC4FC532678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4754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0/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1D0D281-269C-4AF0-AF25-E8BA257269B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3471" y="685799"/>
            <a:ext cx="5291141" cy="5335271"/>
          </a:xfrm>
          <a:prstGeom prst="roundRect">
            <a:avLst>
              <a:gd name="adj" fmla="val 3456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274320" tIns="274320" rIns="274320" bIns="27432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D1DFE5-A037-485B-91B2-A62FEBB622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799" y="1752600"/>
            <a:ext cx="5291139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Footnote Placeholder">
            <a:extLst>
              <a:ext uri="{FF2B5EF4-FFF2-40B4-BE49-F238E27FC236}">
                <a16:creationId xmlns:a16="http://schemas.microsoft.com/office/drawing/2014/main" id="{014C5A4E-84D4-4B57-84B5-C2A0C34E3D5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5835412"/>
            <a:ext cx="5291138" cy="18565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8A1CD77-6D71-4A71-A7D3-22F679666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799" y="619539"/>
            <a:ext cx="5291139" cy="46288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50/50 layout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63846BDA-E2D9-4862-B7EC-6335472DC7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1182706"/>
            <a:ext cx="5291139" cy="27699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4DE5C-01A8-BB77-EBAA-ECCC3E30DCA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E4CF3-95FD-6947-9210-EAA7D86CCA3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59F02-428E-CAAB-02B3-9490B9B08E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58142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2B9F1DA-E84E-4EB4-BFE3-2D78799494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799" y="619539"/>
            <a:ext cx="6781801" cy="46288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Two content panel layout</a:t>
            </a:r>
          </a:p>
        </p:txBody>
      </p:sp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A1B8489B-2C05-4290-9C80-9B82DA2A9C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1182706"/>
            <a:ext cx="6781800" cy="27699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9AE3A6-9218-4D56-9023-B948453692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752600"/>
            <a:ext cx="6781800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4FB54DC-D0D0-904B-BC57-4D41C5FE48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21613" y="690196"/>
            <a:ext cx="3681182" cy="5330874"/>
          </a:xfrm>
          <a:prstGeom prst="roundRect">
            <a:avLst>
              <a:gd name="adj" fmla="val 4030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274320" tIns="274320" rIns="274320" bIns="27432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4" name="Footnote Placeholder">
            <a:extLst>
              <a:ext uri="{FF2B5EF4-FFF2-40B4-BE49-F238E27FC236}">
                <a16:creationId xmlns:a16="http://schemas.microsoft.com/office/drawing/2014/main" id="{1E9FA2F1-1E1F-4E20-9518-BB550CB670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799" y="5835412"/>
            <a:ext cx="6781801" cy="18565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D27230-7750-D313-4725-294A6883D0E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84EF1-92C4-2F99-AC29-DB2458F5B44C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1AE453-DB0A-9C72-581B-831459FEB9E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5660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Callou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9AE3A6-9218-4D56-9023-B948453692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8800" y="1752600"/>
            <a:ext cx="7133995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4" name="Footnote Placeholder">
            <a:extLst>
              <a:ext uri="{FF2B5EF4-FFF2-40B4-BE49-F238E27FC236}">
                <a16:creationId xmlns:a16="http://schemas.microsoft.com/office/drawing/2014/main" id="{1E9FA2F1-1E1F-4E20-9518-BB550CB670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799" y="5836417"/>
            <a:ext cx="10816995" cy="18565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2B9F1DA-E84E-4EB4-BFE3-2D78799494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19539"/>
            <a:ext cx="10816994" cy="46288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Two content panel layout</a:t>
            </a:r>
          </a:p>
        </p:txBody>
      </p:sp>
      <p:sp>
        <p:nvSpPr>
          <p:cNvPr id="13" name="Subtitle Placeholder">
            <a:extLst>
              <a:ext uri="{FF2B5EF4-FFF2-40B4-BE49-F238E27FC236}">
                <a16:creationId xmlns:a16="http://schemas.microsoft.com/office/drawing/2014/main" id="{A1B8489B-2C05-4290-9C80-9B82DA2A9C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1182706"/>
            <a:ext cx="10816992" cy="27699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4FB54DC-D0D0-904B-BC57-4D41C5FE48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799" y="1752600"/>
            <a:ext cx="3452814" cy="2426373"/>
          </a:xfrm>
          <a:prstGeom prst="roundRect">
            <a:avLst>
              <a:gd name="adj" fmla="val 4030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274320" tIns="274320" rIns="274320" bIns="27432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D62246-62EB-F998-CB29-5E82E6D76C4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MATXXXXX vX US XX/202X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842F1-645E-F9C6-8212-CDD2A63F6B8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FAF02-5C81-6A09-52A0-669702DF8B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4644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Image">
    <p:bg>
      <p:bgPr>
        <a:gradFill>
          <a:gsLst>
            <a:gs pos="100000">
              <a:srgbClr val="D6E1FF"/>
            </a:gs>
            <a:gs pos="24000">
              <a:srgbClr val="EEEAE7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5BE6481-3603-412A-BF8A-0A5493D321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9363" y="4648200"/>
            <a:ext cx="6445250" cy="37759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400" b="0" spc="-5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First and last name</a:t>
            </a:r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A24A6248-C5FE-49E9-8AF5-E95DCDF1C1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7545" y="5105400"/>
            <a:ext cx="6445250" cy="24622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spc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8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8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8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200" b="0">
                <a:latin typeface="+mn-lt"/>
              </a:defRPr>
            </a:lvl9pPr>
          </a:lstStyle>
          <a:p>
            <a:pPr lvl="0"/>
            <a:r>
              <a:rPr lang="en-US"/>
              <a:t>Position/title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0B132992-0FA1-46C5-A083-C597CAF0CB3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77310" y="993648"/>
            <a:ext cx="6623670" cy="35021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14300">
              <a:spcBef>
                <a:spcPts val="300"/>
              </a:spcBef>
              <a:spcAft>
                <a:spcPts val="900"/>
              </a:spcAft>
              <a:buFont typeface="Avenir Next LT Pro Light" panose="020B0304020202020204" pitchFamily="34" charset="0"/>
              <a:buChar char="“"/>
              <a:defRPr sz="2400">
                <a:solidFill>
                  <a:schemeClr val="tx1"/>
                </a:solidFill>
                <a:latin typeface="Avenir Next LT Pro Light" panose="020B0304020202020204" pitchFamily="34" charset="0"/>
              </a:defRPr>
            </a:lvl1pPr>
            <a:lvl2pPr marL="174625" indent="-174625">
              <a:lnSpc>
                <a:spcPct val="100000"/>
              </a:lnSpc>
              <a:spcAft>
                <a:spcPts val="900"/>
              </a:spcAft>
              <a:buSzPct val="100000"/>
              <a:buFont typeface="Avenir Next LT Pro Light" panose="020B0304020202020204" pitchFamily="34" charset="0"/>
              <a:buChar char="“"/>
              <a:defRPr sz="3200" spc="-50" baseline="0">
                <a:solidFill>
                  <a:schemeClr val="tx1"/>
                </a:solidFill>
                <a:latin typeface="Avenir Next LT Pro Light" panose="020B0304020202020204" pitchFamily="34" charset="0"/>
              </a:defRPr>
            </a:lvl2pPr>
            <a:lvl3pPr marL="171450" indent="-114300">
              <a:lnSpc>
                <a:spcPct val="120000"/>
              </a:lnSpc>
              <a:spcBef>
                <a:spcPts val="300"/>
              </a:spcBef>
              <a:spcAft>
                <a:spcPts val="900"/>
              </a:spcAft>
              <a:buSzPct val="100000"/>
              <a:buFont typeface="Avenir Next LT Pro" panose="020B0504020202020204" pitchFamily="34" charset="0"/>
              <a:buChar char="“"/>
              <a:defRPr sz="1800" spc="0">
                <a:solidFill>
                  <a:schemeClr val="tx1"/>
                </a:solidFill>
                <a:latin typeface="+mn-lt"/>
              </a:defRPr>
            </a:lvl3pPr>
            <a:lvl4pPr marL="58737" indent="0">
              <a:lnSpc>
                <a:spcPct val="120000"/>
              </a:lnSpc>
              <a:spcBef>
                <a:spcPts val="300"/>
              </a:spcBef>
              <a:spcAft>
                <a:spcPts val="900"/>
              </a:spcAft>
              <a:buFont typeface="Avenir Next LT Pro" panose="020B0504020202020204" pitchFamily="34" charset="0"/>
              <a:buNone/>
              <a:defRPr sz="1800" b="0" spc="0">
                <a:solidFill>
                  <a:schemeClr val="tx1"/>
                </a:solidFill>
                <a:latin typeface="+mj-lt"/>
              </a:defRPr>
            </a:lvl4pPr>
            <a:lvl5pPr marL="173038" indent="-114300">
              <a:lnSpc>
                <a:spcPct val="120000"/>
              </a:lnSpc>
              <a:spcBef>
                <a:spcPts val="300"/>
              </a:spcBef>
              <a:spcAft>
                <a:spcPts val="900"/>
              </a:spcAft>
              <a:buFont typeface="Avenir Next LT Pro" panose="020B0504020202020204" pitchFamily="34" charset="0"/>
              <a:buChar char="“"/>
              <a:defRPr sz="1800" b="0" spc="0">
                <a:solidFill>
                  <a:schemeClr val="tx1"/>
                </a:solidFill>
                <a:latin typeface="+mj-lt"/>
              </a:defRPr>
            </a:lvl5pPr>
            <a:lvl6pPr marL="173038" indent="-114300">
              <a:lnSpc>
                <a:spcPct val="120000"/>
              </a:lnSpc>
              <a:spcBef>
                <a:spcPts val="300"/>
              </a:spcBef>
              <a:spcAft>
                <a:spcPts val="900"/>
              </a:spcAft>
              <a:buFont typeface="Avenir Next LT Pro" panose="020B0504020202020204" pitchFamily="34" charset="0"/>
              <a:buChar char="“"/>
              <a:defRPr sz="1800" b="0" spc="0">
                <a:solidFill>
                  <a:schemeClr val="tx1"/>
                </a:solidFill>
                <a:latin typeface="+mj-lt"/>
              </a:defRPr>
            </a:lvl6pPr>
            <a:lvl7pPr marL="173038" indent="-114300">
              <a:lnSpc>
                <a:spcPct val="120000"/>
              </a:lnSpc>
              <a:spcBef>
                <a:spcPts val="300"/>
              </a:spcBef>
              <a:spcAft>
                <a:spcPts val="900"/>
              </a:spcAft>
              <a:buFont typeface="Avenir Next LT Pro" panose="020B0504020202020204" pitchFamily="34" charset="0"/>
              <a:buChar char="“"/>
              <a:defRPr sz="1800" b="0" spc="0">
                <a:solidFill>
                  <a:schemeClr val="tx1"/>
                </a:solidFill>
                <a:latin typeface="+mj-lt"/>
              </a:defRPr>
            </a:lvl7pPr>
            <a:lvl8pPr marL="173038" indent="-114300">
              <a:lnSpc>
                <a:spcPct val="120000"/>
              </a:lnSpc>
              <a:spcBef>
                <a:spcPts val="300"/>
              </a:spcBef>
              <a:spcAft>
                <a:spcPts val="900"/>
              </a:spcAft>
              <a:buFont typeface="Avenir Next LT Pro" panose="020B0504020202020204" pitchFamily="34" charset="0"/>
              <a:buChar char="“"/>
              <a:defRPr sz="1800" b="0" spc="0">
                <a:solidFill>
                  <a:schemeClr val="tx1"/>
                </a:solidFill>
                <a:latin typeface="+mj-lt"/>
              </a:defRPr>
            </a:lvl8pPr>
            <a:lvl9pPr marL="173038" indent="-114300">
              <a:lnSpc>
                <a:spcPct val="120000"/>
              </a:lnSpc>
              <a:spcBef>
                <a:spcPts val="300"/>
              </a:spcBef>
              <a:spcAft>
                <a:spcPts val="900"/>
              </a:spcAft>
              <a:buFont typeface="Avenir Next LT Pro" panose="020B0504020202020204" pitchFamily="34" charset="0"/>
              <a:buChar char="“"/>
              <a:defRPr sz="1800" b="0" spc="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Default quote size</a:t>
            </a:r>
          </a:p>
          <a:p>
            <a:pPr lvl="1"/>
            <a:r>
              <a:rPr lang="en-US" dirty="0"/>
              <a:t>Large quote size</a:t>
            </a:r>
          </a:p>
          <a:p>
            <a:pPr lvl="2"/>
            <a:r>
              <a:rPr lang="en-US" dirty="0"/>
              <a:t>Small quote size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EF4FB33-7E09-4429-BE39-720A146B90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799" y="990600"/>
            <a:ext cx="3452814" cy="3452814"/>
          </a:xfrm>
          <a:prstGeom prst="ellipse">
            <a:avLst/>
          </a:prstGeom>
          <a:solidFill>
            <a:schemeClr val="bg1"/>
          </a:solidFill>
          <a:effectLst>
            <a:outerShdw blurRad="254000" dist="190500" dir="2700000" sx="98000" sy="98000" algn="tl" rotWithShape="0">
              <a:prstClr val="black">
                <a:alpha val="5000"/>
              </a:prstClr>
            </a:outerShdw>
          </a:effectLst>
        </p:spPr>
        <p:txBody>
          <a:bodyPr vert="horz" wrap="none" lIns="0" tIns="0" rIns="0" bIns="64008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headshot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71A34A-8D3F-87A8-6969-D0330D5BCFB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43A3B6-C944-4B70-826A-CC12C0049CD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9546D-7C30-0DA5-EE68-DF76A838E9B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62305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93E0-074E-4072-AF7F-0B54C37EC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19539"/>
            <a:ext cx="5294314" cy="462884"/>
          </a:xfrm>
        </p:spPr>
        <p:txBody>
          <a:bodyPr>
            <a:no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E3ABDEF8-114A-45C9-A1B0-95D49CAA6D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799" y="1182706"/>
            <a:ext cx="5292725" cy="27699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Subtitle placeholder (delete if not needed)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BA8FCB-01B1-46AA-9DE7-6346CA9428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752600"/>
            <a:ext cx="5294313" cy="3810000"/>
          </a:xfrm>
          <a:prstGeom prst="rect">
            <a:avLst/>
          </a:prstGeom>
        </p:spPr>
        <p:txBody>
          <a:bodyPr rIns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A2D08C9-97AB-4AE5-BBC3-56B9F4A1B2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685800"/>
            <a:ext cx="5292725" cy="5340350"/>
          </a:xfrm>
          <a:prstGeom prst="roundRect">
            <a:avLst>
              <a:gd name="adj" fmla="val 4548"/>
            </a:avLst>
          </a:prstGeom>
        </p:spPr>
        <p:txBody>
          <a:bodyPr bIns="640080" anchor="ctr">
            <a:noAutofit/>
          </a:bodyPr>
          <a:lstStyle>
            <a:lvl1pPr algn="ctr">
              <a:defRPr sz="1000"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1" name="Footnote Placeholder">
            <a:extLst>
              <a:ext uri="{FF2B5EF4-FFF2-40B4-BE49-F238E27FC236}">
                <a16:creationId xmlns:a16="http://schemas.microsoft.com/office/drawing/2014/main" id="{E9D437B2-1EBE-4113-AB64-AC55FAF8C5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5836569"/>
            <a:ext cx="5294313" cy="18565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tx1"/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latin typeface="+mn-lt"/>
              </a:defRPr>
            </a:lvl9pPr>
          </a:lstStyle>
          <a:p>
            <a:pPr lvl="0"/>
            <a:r>
              <a:rPr lang="en-US"/>
              <a:t>Footnote placeholder (delete if not needed)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7BCF1BA-4589-8237-BB2C-5696BF1AB2C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129ED5-A0B1-918B-0C5E-B11BDD33C61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EAB4C94-4FA1-2AA6-59E3-7B1D8B5B0B3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3510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 or Image (Lef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3D0B224-E9A9-375E-2730-316CA9D80EF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-7940" y="0"/>
            <a:ext cx="12199939" cy="6858000"/>
          </a:xfrm>
          <a:custGeom>
            <a:avLst/>
            <a:gdLst>
              <a:gd name="connsiteX0" fmla="*/ 1253186 w 12207876"/>
              <a:gd name="connsiteY0" fmla="*/ 6202001 h 6875463"/>
              <a:gd name="connsiteX1" fmla="*/ 1253186 w 12207876"/>
              <a:gd name="connsiteY1" fmla="*/ 6298337 h 6875463"/>
              <a:gd name="connsiteX2" fmla="*/ 1297706 w 12207876"/>
              <a:gd name="connsiteY2" fmla="*/ 6298337 h 6875463"/>
              <a:gd name="connsiteX3" fmla="*/ 1297706 w 12207876"/>
              <a:gd name="connsiteY3" fmla="*/ 6288964 h 6875463"/>
              <a:gd name="connsiteX4" fmla="*/ 1263664 w 12207876"/>
              <a:gd name="connsiteY4" fmla="*/ 6288964 h 6875463"/>
              <a:gd name="connsiteX5" fmla="*/ 1263664 w 12207876"/>
              <a:gd name="connsiteY5" fmla="*/ 6251855 h 6875463"/>
              <a:gd name="connsiteX6" fmla="*/ 1295458 w 12207876"/>
              <a:gd name="connsiteY6" fmla="*/ 6251855 h 6875463"/>
              <a:gd name="connsiteX7" fmla="*/ 1295458 w 12207876"/>
              <a:gd name="connsiteY7" fmla="*/ 6242482 h 6875463"/>
              <a:gd name="connsiteX8" fmla="*/ 1263664 w 12207876"/>
              <a:gd name="connsiteY8" fmla="*/ 6242482 h 6875463"/>
              <a:gd name="connsiteX9" fmla="*/ 1263664 w 12207876"/>
              <a:gd name="connsiteY9" fmla="*/ 6211373 h 6875463"/>
              <a:gd name="connsiteX10" fmla="*/ 1297706 w 12207876"/>
              <a:gd name="connsiteY10" fmla="*/ 6211373 h 6875463"/>
              <a:gd name="connsiteX11" fmla="*/ 1297706 w 12207876"/>
              <a:gd name="connsiteY11" fmla="*/ 6202001 h 6875463"/>
              <a:gd name="connsiteX12" fmla="*/ 1253186 w 12207876"/>
              <a:gd name="connsiteY12" fmla="*/ 6202001 h 6875463"/>
              <a:gd name="connsiteX13" fmla="*/ 1161156 w 12207876"/>
              <a:gd name="connsiteY13" fmla="*/ 6202001 h 6875463"/>
              <a:gd name="connsiteX14" fmla="*/ 1185101 w 12207876"/>
              <a:gd name="connsiteY14" fmla="*/ 6298337 h 6875463"/>
              <a:gd name="connsiteX15" fmla="*/ 1197817 w 12207876"/>
              <a:gd name="connsiteY15" fmla="*/ 6298337 h 6875463"/>
              <a:gd name="connsiteX16" fmla="*/ 1222506 w 12207876"/>
              <a:gd name="connsiteY16" fmla="*/ 6202001 h 6875463"/>
              <a:gd name="connsiteX17" fmla="*/ 1211657 w 12207876"/>
              <a:gd name="connsiteY17" fmla="*/ 6202001 h 6875463"/>
              <a:gd name="connsiteX18" fmla="*/ 1200808 w 12207876"/>
              <a:gd name="connsiteY18" fmla="*/ 6247359 h 6875463"/>
              <a:gd name="connsiteX19" fmla="*/ 1191455 w 12207876"/>
              <a:gd name="connsiteY19" fmla="*/ 6287087 h 6875463"/>
              <a:gd name="connsiteX20" fmla="*/ 1183225 w 12207876"/>
              <a:gd name="connsiteY20" fmla="*/ 6247359 h 6875463"/>
              <a:gd name="connsiteX21" fmla="*/ 1172757 w 12207876"/>
              <a:gd name="connsiteY21" fmla="*/ 6202001 h 6875463"/>
              <a:gd name="connsiteX22" fmla="*/ 1161156 w 12207876"/>
              <a:gd name="connsiteY22" fmla="*/ 6202001 h 6875463"/>
              <a:gd name="connsiteX23" fmla="*/ 1119255 w 12207876"/>
              <a:gd name="connsiteY23" fmla="*/ 6202001 h 6875463"/>
              <a:gd name="connsiteX24" fmla="*/ 1119255 w 12207876"/>
              <a:gd name="connsiteY24" fmla="*/ 6298337 h 6875463"/>
              <a:gd name="connsiteX25" fmla="*/ 1129733 w 12207876"/>
              <a:gd name="connsiteY25" fmla="*/ 6298337 h 6875463"/>
              <a:gd name="connsiteX26" fmla="*/ 1129733 w 12207876"/>
              <a:gd name="connsiteY26" fmla="*/ 6202001 h 6875463"/>
              <a:gd name="connsiteX27" fmla="*/ 1119255 w 12207876"/>
              <a:gd name="connsiteY27" fmla="*/ 6202001 h 6875463"/>
              <a:gd name="connsiteX28" fmla="*/ 1033587 w 12207876"/>
              <a:gd name="connsiteY28" fmla="*/ 6202001 h 6875463"/>
              <a:gd name="connsiteX29" fmla="*/ 1033587 w 12207876"/>
              <a:gd name="connsiteY29" fmla="*/ 6211373 h 6875463"/>
              <a:gd name="connsiteX30" fmla="*/ 1055285 w 12207876"/>
              <a:gd name="connsiteY30" fmla="*/ 6211373 h 6875463"/>
              <a:gd name="connsiteX31" fmla="*/ 1055285 w 12207876"/>
              <a:gd name="connsiteY31" fmla="*/ 6298337 h 6875463"/>
              <a:gd name="connsiteX32" fmla="*/ 1065753 w 12207876"/>
              <a:gd name="connsiteY32" fmla="*/ 6298337 h 6875463"/>
              <a:gd name="connsiteX33" fmla="*/ 1065753 w 12207876"/>
              <a:gd name="connsiteY33" fmla="*/ 6211373 h 6875463"/>
              <a:gd name="connsiteX34" fmla="*/ 1087080 w 12207876"/>
              <a:gd name="connsiteY34" fmla="*/ 6211373 h 6875463"/>
              <a:gd name="connsiteX35" fmla="*/ 1087080 w 12207876"/>
              <a:gd name="connsiteY35" fmla="*/ 6202001 h 6875463"/>
              <a:gd name="connsiteX36" fmla="*/ 1033587 w 12207876"/>
              <a:gd name="connsiteY36" fmla="*/ 6202001 h 6875463"/>
              <a:gd name="connsiteX37" fmla="*/ 992430 w 12207876"/>
              <a:gd name="connsiteY37" fmla="*/ 6202001 h 6875463"/>
              <a:gd name="connsiteX38" fmla="*/ 992430 w 12207876"/>
              <a:gd name="connsiteY38" fmla="*/ 6298337 h 6875463"/>
              <a:gd name="connsiteX39" fmla="*/ 1002907 w 12207876"/>
              <a:gd name="connsiteY39" fmla="*/ 6298337 h 6875463"/>
              <a:gd name="connsiteX40" fmla="*/ 1002907 w 12207876"/>
              <a:gd name="connsiteY40" fmla="*/ 6202001 h 6875463"/>
              <a:gd name="connsiteX41" fmla="*/ 992430 w 12207876"/>
              <a:gd name="connsiteY41" fmla="*/ 6202001 h 6875463"/>
              <a:gd name="connsiteX42" fmla="*/ 905263 w 12207876"/>
              <a:gd name="connsiteY42" fmla="*/ 6202001 h 6875463"/>
              <a:gd name="connsiteX43" fmla="*/ 905263 w 12207876"/>
              <a:gd name="connsiteY43" fmla="*/ 6270219 h 6875463"/>
              <a:gd name="connsiteX44" fmla="*/ 931451 w 12207876"/>
              <a:gd name="connsiteY44" fmla="*/ 6299832 h 6875463"/>
              <a:gd name="connsiteX45" fmla="*/ 958386 w 12207876"/>
              <a:gd name="connsiteY45" fmla="*/ 6269466 h 6875463"/>
              <a:gd name="connsiteX46" fmla="*/ 958386 w 12207876"/>
              <a:gd name="connsiteY46" fmla="*/ 6202001 h 6875463"/>
              <a:gd name="connsiteX47" fmla="*/ 947912 w 12207876"/>
              <a:gd name="connsiteY47" fmla="*/ 6202001 h 6875463"/>
              <a:gd name="connsiteX48" fmla="*/ 947912 w 12207876"/>
              <a:gd name="connsiteY48" fmla="*/ 6269466 h 6875463"/>
              <a:gd name="connsiteX49" fmla="*/ 931825 w 12207876"/>
              <a:gd name="connsiteY49" fmla="*/ 6290459 h 6875463"/>
              <a:gd name="connsiteX50" fmla="*/ 916113 w 12207876"/>
              <a:gd name="connsiteY50" fmla="*/ 6269466 h 6875463"/>
              <a:gd name="connsiteX51" fmla="*/ 916113 w 12207876"/>
              <a:gd name="connsiteY51" fmla="*/ 6202001 h 6875463"/>
              <a:gd name="connsiteX52" fmla="*/ 905263 w 12207876"/>
              <a:gd name="connsiteY52" fmla="*/ 6202001 h 6875463"/>
              <a:gd name="connsiteX53" fmla="*/ 824829 w 12207876"/>
              <a:gd name="connsiteY53" fmla="*/ 6202001 h 6875463"/>
              <a:gd name="connsiteX54" fmla="*/ 824829 w 12207876"/>
              <a:gd name="connsiteY54" fmla="*/ 6211373 h 6875463"/>
              <a:gd name="connsiteX55" fmla="*/ 846153 w 12207876"/>
              <a:gd name="connsiteY55" fmla="*/ 6211373 h 6875463"/>
              <a:gd name="connsiteX56" fmla="*/ 846153 w 12207876"/>
              <a:gd name="connsiteY56" fmla="*/ 6298337 h 6875463"/>
              <a:gd name="connsiteX57" fmla="*/ 857002 w 12207876"/>
              <a:gd name="connsiteY57" fmla="*/ 6298337 h 6875463"/>
              <a:gd name="connsiteX58" fmla="*/ 857002 w 12207876"/>
              <a:gd name="connsiteY58" fmla="*/ 6211373 h 6875463"/>
              <a:gd name="connsiteX59" fmla="*/ 878327 w 12207876"/>
              <a:gd name="connsiteY59" fmla="*/ 6211373 h 6875463"/>
              <a:gd name="connsiteX60" fmla="*/ 878327 w 12207876"/>
              <a:gd name="connsiteY60" fmla="*/ 6202001 h 6875463"/>
              <a:gd name="connsiteX61" fmla="*/ 824829 w 12207876"/>
              <a:gd name="connsiteY61" fmla="*/ 6202001 h 6875463"/>
              <a:gd name="connsiteX62" fmla="*/ 697631 w 12207876"/>
              <a:gd name="connsiteY62" fmla="*/ 6202001 h 6875463"/>
              <a:gd name="connsiteX63" fmla="*/ 697631 w 12207876"/>
              <a:gd name="connsiteY63" fmla="*/ 6298337 h 6875463"/>
              <a:gd name="connsiteX64" fmla="*/ 708107 w 12207876"/>
              <a:gd name="connsiteY64" fmla="*/ 6298337 h 6875463"/>
              <a:gd name="connsiteX65" fmla="*/ 708107 w 12207876"/>
              <a:gd name="connsiteY65" fmla="*/ 6202001 h 6875463"/>
              <a:gd name="connsiteX66" fmla="*/ 697631 w 12207876"/>
              <a:gd name="connsiteY66" fmla="*/ 6202001 h 6875463"/>
              <a:gd name="connsiteX67" fmla="*/ 744021 w 12207876"/>
              <a:gd name="connsiteY67" fmla="*/ 6201629 h 6875463"/>
              <a:gd name="connsiteX68" fmla="*/ 744021 w 12207876"/>
              <a:gd name="connsiteY68" fmla="*/ 6297955 h 6875463"/>
              <a:gd name="connsiteX69" fmla="*/ 754122 w 12207876"/>
              <a:gd name="connsiteY69" fmla="*/ 6297955 h 6875463"/>
              <a:gd name="connsiteX70" fmla="*/ 754122 w 12207876"/>
              <a:gd name="connsiteY70" fmla="*/ 6260475 h 6875463"/>
              <a:gd name="connsiteX71" fmla="*/ 753000 w 12207876"/>
              <a:gd name="connsiteY71" fmla="*/ 6215498 h 6875463"/>
              <a:gd name="connsiteX72" fmla="*/ 753373 w 12207876"/>
              <a:gd name="connsiteY72" fmla="*/ 6215498 h 6875463"/>
              <a:gd name="connsiteX73" fmla="*/ 753373 w 12207876"/>
              <a:gd name="connsiteY73" fmla="*/ 6215869 h 6875463"/>
              <a:gd name="connsiteX74" fmla="*/ 754122 w 12207876"/>
              <a:gd name="connsiteY74" fmla="*/ 6218117 h 6875463"/>
              <a:gd name="connsiteX75" fmla="*/ 787044 w 12207876"/>
              <a:gd name="connsiteY75" fmla="*/ 6297955 h 6875463"/>
              <a:gd name="connsiteX76" fmla="*/ 799389 w 12207876"/>
              <a:gd name="connsiteY76" fmla="*/ 6297955 h 6875463"/>
              <a:gd name="connsiteX77" fmla="*/ 799389 w 12207876"/>
              <a:gd name="connsiteY77" fmla="*/ 6201629 h 6875463"/>
              <a:gd name="connsiteX78" fmla="*/ 789663 w 12207876"/>
              <a:gd name="connsiteY78" fmla="*/ 6201629 h 6875463"/>
              <a:gd name="connsiteX79" fmla="*/ 789663 w 12207876"/>
              <a:gd name="connsiteY79" fmla="*/ 6238739 h 6875463"/>
              <a:gd name="connsiteX80" fmla="*/ 790410 w 12207876"/>
              <a:gd name="connsiteY80" fmla="*/ 6281840 h 6875463"/>
              <a:gd name="connsiteX81" fmla="*/ 789288 w 12207876"/>
              <a:gd name="connsiteY81" fmla="*/ 6279220 h 6875463"/>
              <a:gd name="connsiteX82" fmla="*/ 757115 w 12207876"/>
              <a:gd name="connsiteY82" fmla="*/ 6201629 h 6875463"/>
              <a:gd name="connsiteX83" fmla="*/ 744021 w 12207876"/>
              <a:gd name="connsiteY83" fmla="*/ 6201629 h 6875463"/>
              <a:gd name="connsiteX84" fmla="*/ 997669 w 12207876"/>
              <a:gd name="connsiteY84" fmla="*/ 6148023 h 6875463"/>
              <a:gd name="connsiteX85" fmla="*/ 1008517 w 12207876"/>
              <a:gd name="connsiteY85" fmla="*/ 6158900 h 6875463"/>
              <a:gd name="connsiteX86" fmla="*/ 997669 w 12207876"/>
              <a:gd name="connsiteY86" fmla="*/ 6169768 h 6875463"/>
              <a:gd name="connsiteX87" fmla="*/ 986820 w 12207876"/>
              <a:gd name="connsiteY87" fmla="*/ 6158900 h 6875463"/>
              <a:gd name="connsiteX88" fmla="*/ 997669 w 12207876"/>
              <a:gd name="connsiteY88" fmla="*/ 6148023 h 6875463"/>
              <a:gd name="connsiteX89" fmla="*/ 997669 w 12207876"/>
              <a:gd name="connsiteY89" fmla="*/ 6137907 h 6875463"/>
              <a:gd name="connsiteX90" fmla="*/ 976714 w 12207876"/>
              <a:gd name="connsiteY90" fmla="*/ 6158900 h 6875463"/>
              <a:gd name="connsiteX91" fmla="*/ 997669 w 12207876"/>
              <a:gd name="connsiteY91" fmla="*/ 6180265 h 6875463"/>
              <a:gd name="connsiteX92" fmla="*/ 1018623 w 12207876"/>
              <a:gd name="connsiteY92" fmla="*/ 6158900 h 6875463"/>
              <a:gd name="connsiteX93" fmla="*/ 997669 w 12207876"/>
              <a:gd name="connsiteY93" fmla="*/ 6137907 h 6875463"/>
              <a:gd name="connsiteX94" fmla="*/ 0 w 12207876"/>
              <a:gd name="connsiteY94" fmla="*/ 0 h 6875463"/>
              <a:gd name="connsiteX95" fmla="*/ 12207876 w 12207876"/>
              <a:gd name="connsiteY95" fmla="*/ 0 h 6875463"/>
              <a:gd name="connsiteX96" fmla="*/ 12207876 w 12207876"/>
              <a:gd name="connsiteY96" fmla="*/ 6875463 h 6875463"/>
              <a:gd name="connsiteX97" fmla="*/ 0 w 12207876"/>
              <a:gd name="connsiteY97" fmla="*/ 6875463 h 6875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2207876" h="6875463">
                <a:moveTo>
                  <a:pt x="1253186" y="6202001"/>
                </a:moveTo>
                <a:cubicBezTo>
                  <a:pt x="1253186" y="6298337"/>
                  <a:pt x="1253186" y="6298337"/>
                  <a:pt x="1253186" y="6298337"/>
                </a:cubicBezTo>
                <a:cubicBezTo>
                  <a:pt x="1297706" y="6298337"/>
                  <a:pt x="1297706" y="6298337"/>
                  <a:pt x="1297706" y="6298337"/>
                </a:cubicBezTo>
                <a:cubicBezTo>
                  <a:pt x="1297706" y="6288964"/>
                  <a:pt x="1297706" y="6288964"/>
                  <a:pt x="1297706" y="6288964"/>
                </a:cubicBezTo>
                <a:cubicBezTo>
                  <a:pt x="1263664" y="6288964"/>
                  <a:pt x="1263664" y="6288964"/>
                  <a:pt x="1263664" y="6288964"/>
                </a:cubicBezTo>
                <a:cubicBezTo>
                  <a:pt x="1263664" y="6251855"/>
                  <a:pt x="1263664" y="6251855"/>
                  <a:pt x="1263664" y="6251855"/>
                </a:cubicBezTo>
                <a:cubicBezTo>
                  <a:pt x="1295458" y="6251855"/>
                  <a:pt x="1295458" y="6251855"/>
                  <a:pt x="1295458" y="6251855"/>
                </a:cubicBezTo>
                <a:cubicBezTo>
                  <a:pt x="1295458" y="6242482"/>
                  <a:pt x="1295458" y="6242482"/>
                  <a:pt x="1295458" y="6242482"/>
                </a:cubicBezTo>
                <a:cubicBezTo>
                  <a:pt x="1263664" y="6242482"/>
                  <a:pt x="1263664" y="6242482"/>
                  <a:pt x="1263664" y="6242482"/>
                </a:cubicBezTo>
                <a:cubicBezTo>
                  <a:pt x="1263664" y="6211373"/>
                  <a:pt x="1263664" y="6211373"/>
                  <a:pt x="1263664" y="6211373"/>
                </a:cubicBezTo>
                <a:lnTo>
                  <a:pt x="1297706" y="6211373"/>
                </a:lnTo>
                <a:cubicBezTo>
                  <a:pt x="1297706" y="6202001"/>
                  <a:pt x="1297706" y="6202001"/>
                  <a:pt x="1297706" y="6202001"/>
                </a:cubicBezTo>
                <a:cubicBezTo>
                  <a:pt x="1253186" y="6202001"/>
                  <a:pt x="1253186" y="6202001"/>
                  <a:pt x="1253186" y="6202001"/>
                </a:cubicBezTo>
                <a:close/>
                <a:moveTo>
                  <a:pt x="1161156" y="6202001"/>
                </a:moveTo>
                <a:cubicBezTo>
                  <a:pt x="1185101" y="6298337"/>
                  <a:pt x="1185101" y="6298337"/>
                  <a:pt x="1185101" y="6298337"/>
                </a:cubicBezTo>
                <a:cubicBezTo>
                  <a:pt x="1197817" y="6298337"/>
                  <a:pt x="1197817" y="6298337"/>
                  <a:pt x="1197817" y="6298337"/>
                </a:cubicBezTo>
                <a:cubicBezTo>
                  <a:pt x="1222506" y="6202001"/>
                  <a:pt x="1222506" y="6202001"/>
                  <a:pt x="1222506" y="6202001"/>
                </a:cubicBezTo>
                <a:cubicBezTo>
                  <a:pt x="1211657" y="6202001"/>
                  <a:pt x="1211657" y="6202001"/>
                  <a:pt x="1211657" y="6202001"/>
                </a:cubicBezTo>
                <a:lnTo>
                  <a:pt x="1200808" y="6247359"/>
                </a:lnTo>
                <a:cubicBezTo>
                  <a:pt x="1197446" y="6261227"/>
                  <a:pt x="1192579" y="6278839"/>
                  <a:pt x="1191455" y="6287087"/>
                </a:cubicBezTo>
                <a:cubicBezTo>
                  <a:pt x="1189959" y="6277715"/>
                  <a:pt x="1186225" y="6260846"/>
                  <a:pt x="1183225" y="6247359"/>
                </a:cubicBezTo>
                <a:cubicBezTo>
                  <a:pt x="1172757" y="6202001"/>
                  <a:pt x="1172757" y="6202001"/>
                  <a:pt x="1172757" y="6202001"/>
                </a:cubicBezTo>
                <a:cubicBezTo>
                  <a:pt x="1161156" y="6202001"/>
                  <a:pt x="1161156" y="6202001"/>
                  <a:pt x="1161156" y="6202001"/>
                </a:cubicBezTo>
                <a:close/>
                <a:moveTo>
                  <a:pt x="1119255" y="6202001"/>
                </a:moveTo>
                <a:lnTo>
                  <a:pt x="1119255" y="6298337"/>
                </a:lnTo>
                <a:cubicBezTo>
                  <a:pt x="1129733" y="6298337"/>
                  <a:pt x="1129733" y="6298337"/>
                  <a:pt x="1129733" y="6298337"/>
                </a:cubicBezTo>
                <a:cubicBezTo>
                  <a:pt x="1129733" y="6202001"/>
                  <a:pt x="1129733" y="6202001"/>
                  <a:pt x="1129733" y="6202001"/>
                </a:cubicBezTo>
                <a:cubicBezTo>
                  <a:pt x="1119255" y="6202001"/>
                  <a:pt x="1119255" y="6202001"/>
                  <a:pt x="1119255" y="6202001"/>
                </a:cubicBezTo>
                <a:close/>
                <a:moveTo>
                  <a:pt x="1033587" y="6202001"/>
                </a:moveTo>
                <a:lnTo>
                  <a:pt x="1033587" y="6211373"/>
                </a:lnTo>
                <a:cubicBezTo>
                  <a:pt x="1055285" y="6211373"/>
                  <a:pt x="1055285" y="6211373"/>
                  <a:pt x="1055285" y="6211373"/>
                </a:cubicBezTo>
                <a:cubicBezTo>
                  <a:pt x="1055285" y="6298337"/>
                  <a:pt x="1055285" y="6298337"/>
                  <a:pt x="1055285" y="6298337"/>
                </a:cubicBezTo>
                <a:cubicBezTo>
                  <a:pt x="1065753" y="6298337"/>
                  <a:pt x="1065753" y="6298337"/>
                  <a:pt x="1065753" y="6298337"/>
                </a:cubicBezTo>
                <a:cubicBezTo>
                  <a:pt x="1065753" y="6211373"/>
                  <a:pt x="1065753" y="6211373"/>
                  <a:pt x="1065753" y="6211373"/>
                </a:cubicBezTo>
                <a:cubicBezTo>
                  <a:pt x="1087080" y="6211373"/>
                  <a:pt x="1087080" y="6211373"/>
                  <a:pt x="1087080" y="6211373"/>
                </a:cubicBezTo>
                <a:cubicBezTo>
                  <a:pt x="1087080" y="6202001"/>
                  <a:pt x="1087080" y="6202001"/>
                  <a:pt x="1087080" y="6202001"/>
                </a:cubicBezTo>
                <a:cubicBezTo>
                  <a:pt x="1033587" y="6202001"/>
                  <a:pt x="1033587" y="6202001"/>
                  <a:pt x="1033587" y="6202001"/>
                </a:cubicBezTo>
                <a:close/>
                <a:moveTo>
                  <a:pt x="992430" y="6202001"/>
                </a:moveTo>
                <a:lnTo>
                  <a:pt x="992430" y="6298337"/>
                </a:lnTo>
                <a:cubicBezTo>
                  <a:pt x="1002907" y="6298337"/>
                  <a:pt x="1002907" y="6298337"/>
                  <a:pt x="1002907" y="6298337"/>
                </a:cubicBezTo>
                <a:cubicBezTo>
                  <a:pt x="1002907" y="6202001"/>
                  <a:pt x="1002907" y="6202001"/>
                  <a:pt x="1002907" y="6202001"/>
                </a:cubicBezTo>
                <a:cubicBezTo>
                  <a:pt x="992430" y="6202001"/>
                  <a:pt x="992430" y="6202001"/>
                  <a:pt x="992430" y="6202001"/>
                </a:cubicBezTo>
                <a:close/>
                <a:moveTo>
                  <a:pt x="905263" y="6202001"/>
                </a:moveTo>
                <a:cubicBezTo>
                  <a:pt x="905263" y="6270219"/>
                  <a:pt x="905263" y="6270219"/>
                  <a:pt x="905263" y="6270219"/>
                </a:cubicBezTo>
                <a:cubicBezTo>
                  <a:pt x="905263" y="6287840"/>
                  <a:pt x="911997" y="6299832"/>
                  <a:pt x="931451" y="6299832"/>
                </a:cubicBezTo>
                <a:cubicBezTo>
                  <a:pt x="951653" y="6299832"/>
                  <a:pt x="958386" y="6287087"/>
                  <a:pt x="958386" y="6269466"/>
                </a:cubicBezTo>
                <a:cubicBezTo>
                  <a:pt x="958386" y="6202001"/>
                  <a:pt x="958386" y="6202001"/>
                  <a:pt x="958386" y="6202001"/>
                </a:cubicBezTo>
                <a:cubicBezTo>
                  <a:pt x="947912" y="6202001"/>
                  <a:pt x="947912" y="6202001"/>
                  <a:pt x="947912" y="6202001"/>
                </a:cubicBezTo>
                <a:lnTo>
                  <a:pt x="947912" y="6269466"/>
                </a:lnTo>
                <a:cubicBezTo>
                  <a:pt x="947912" y="6281840"/>
                  <a:pt x="944545" y="6290459"/>
                  <a:pt x="931825" y="6290459"/>
                </a:cubicBezTo>
                <a:cubicBezTo>
                  <a:pt x="919105" y="6290459"/>
                  <a:pt x="916113" y="6279963"/>
                  <a:pt x="916113" y="6269466"/>
                </a:cubicBezTo>
                <a:cubicBezTo>
                  <a:pt x="916113" y="6202001"/>
                  <a:pt x="916113" y="6202001"/>
                  <a:pt x="916113" y="6202001"/>
                </a:cubicBezTo>
                <a:cubicBezTo>
                  <a:pt x="905263" y="6202001"/>
                  <a:pt x="905263" y="6202001"/>
                  <a:pt x="905263" y="6202001"/>
                </a:cubicBezTo>
                <a:close/>
                <a:moveTo>
                  <a:pt x="824829" y="6202001"/>
                </a:moveTo>
                <a:lnTo>
                  <a:pt x="824829" y="6211373"/>
                </a:lnTo>
                <a:cubicBezTo>
                  <a:pt x="846153" y="6211373"/>
                  <a:pt x="846153" y="6211373"/>
                  <a:pt x="846153" y="6211373"/>
                </a:cubicBezTo>
                <a:cubicBezTo>
                  <a:pt x="846153" y="6298337"/>
                  <a:pt x="846153" y="6298337"/>
                  <a:pt x="846153" y="6298337"/>
                </a:cubicBezTo>
                <a:cubicBezTo>
                  <a:pt x="857002" y="6298337"/>
                  <a:pt x="857002" y="6298337"/>
                  <a:pt x="857002" y="6298337"/>
                </a:cubicBezTo>
                <a:cubicBezTo>
                  <a:pt x="857002" y="6211373"/>
                  <a:pt x="857002" y="6211373"/>
                  <a:pt x="857002" y="6211373"/>
                </a:cubicBezTo>
                <a:cubicBezTo>
                  <a:pt x="878327" y="6211373"/>
                  <a:pt x="878327" y="6211373"/>
                  <a:pt x="878327" y="6211373"/>
                </a:cubicBezTo>
                <a:cubicBezTo>
                  <a:pt x="878327" y="6202001"/>
                  <a:pt x="878327" y="6202001"/>
                  <a:pt x="878327" y="6202001"/>
                </a:cubicBezTo>
                <a:cubicBezTo>
                  <a:pt x="824829" y="6202001"/>
                  <a:pt x="824829" y="6202001"/>
                  <a:pt x="824829" y="6202001"/>
                </a:cubicBezTo>
                <a:close/>
                <a:moveTo>
                  <a:pt x="697631" y="6202001"/>
                </a:moveTo>
                <a:lnTo>
                  <a:pt x="697631" y="6298337"/>
                </a:lnTo>
                <a:cubicBezTo>
                  <a:pt x="697631" y="6298337"/>
                  <a:pt x="697631" y="6298337"/>
                  <a:pt x="708107" y="6298337"/>
                </a:cubicBezTo>
                <a:cubicBezTo>
                  <a:pt x="708107" y="6298337"/>
                  <a:pt x="708107" y="6298337"/>
                  <a:pt x="708107" y="6202001"/>
                </a:cubicBezTo>
                <a:cubicBezTo>
                  <a:pt x="708107" y="6202001"/>
                  <a:pt x="708107" y="6202001"/>
                  <a:pt x="697631" y="6202001"/>
                </a:cubicBezTo>
                <a:close/>
                <a:moveTo>
                  <a:pt x="744021" y="6201629"/>
                </a:moveTo>
                <a:cubicBezTo>
                  <a:pt x="744021" y="6297955"/>
                  <a:pt x="744021" y="6297955"/>
                  <a:pt x="744021" y="6297955"/>
                </a:cubicBezTo>
                <a:cubicBezTo>
                  <a:pt x="754122" y="6297955"/>
                  <a:pt x="754122" y="6297955"/>
                  <a:pt x="754122" y="6297955"/>
                </a:cubicBezTo>
                <a:cubicBezTo>
                  <a:pt x="754122" y="6260475"/>
                  <a:pt x="754122" y="6260475"/>
                  <a:pt x="754122" y="6260475"/>
                </a:cubicBezTo>
                <a:cubicBezTo>
                  <a:pt x="754122" y="6243234"/>
                  <a:pt x="753748" y="6227490"/>
                  <a:pt x="753000" y="6215498"/>
                </a:cubicBezTo>
                <a:cubicBezTo>
                  <a:pt x="753373" y="6215498"/>
                  <a:pt x="753373" y="6215498"/>
                  <a:pt x="753373" y="6215498"/>
                </a:cubicBezTo>
                <a:cubicBezTo>
                  <a:pt x="753373" y="6215498"/>
                  <a:pt x="753373" y="6215498"/>
                  <a:pt x="753373" y="6215869"/>
                </a:cubicBezTo>
                <a:cubicBezTo>
                  <a:pt x="753373" y="6216250"/>
                  <a:pt x="753748" y="6216993"/>
                  <a:pt x="754122" y="6218117"/>
                </a:cubicBezTo>
                <a:cubicBezTo>
                  <a:pt x="760856" y="6234233"/>
                  <a:pt x="787044" y="6297955"/>
                  <a:pt x="787044" y="6297955"/>
                </a:cubicBezTo>
                <a:cubicBezTo>
                  <a:pt x="799389" y="6297955"/>
                  <a:pt x="799389" y="6297955"/>
                  <a:pt x="799389" y="6297955"/>
                </a:cubicBezTo>
                <a:cubicBezTo>
                  <a:pt x="799389" y="6201629"/>
                  <a:pt x="799389" y="6201629"/>
                  <a:pt x="799389" y="6201629"/>
                </a:cubicBezTo>
                <a:cubicBezTo>
                  <a:pt x="789663" y="6201629"/>
                  <a:pt x="789663" y="6201629"/>
                  <a:pt x="789663" y="6201629"/>
                </a:cubicBezTo>
                <a:lnTo>
                  <a:pt x="789663" y="6238739"/>
                </a:lnTo>
                <a:cubicBezTo>
                  <a:pt x="789663" y="6254474"/>
                  <a:pt x="789663" y="6268723"/>
                  <a:pt x="790410" y="6281840"/>
                </a:cubicBezTo>
                <a:cubicBezTo>
                  <a:pt x="790037" y="6281087"/>
                  <a:pt x="790037" y="6280344"/>
                  <a:pt x="789288" y="6279220"/>
                </a:cubicBezTo>
                <a:cubicBezTo>
                  <a:pt x="780684" y="6255979"/>
                  <a:pt x="757115" y="6201629"/>
                  <a:pt x="757115" y="6201629"/>
                </a:cubicBezTo>
                <a:cubicBezTo>
                  <a:pt x="744021" y="6201629"/>
                  <a:pt x="744021" y="6201629"/>
                  <a:pt x="744021" y="6201629"/>
                </a:cubicBezTo>
                <a:close/>
                <a:moveTo>
                  <a:pt x="997669" y="6148023"/>
                </a:moveTo>
                <a:cubicBezTo>
                  <a:pt x="1003650" y="6148023"/>
                  <a:pt x="1008517" y="6152899"/>
                  <a:pt x="1008517" y="6158900"/>
                </a:cubicBezTo>
                <a:cubicBezTo>
                  <a:pt x="1008517" y="6164891"/>
                  <a:pt x="1003650" y="6169768"/>
                  <a:pt x="997669" y="6169768"/>
                </a:cubicBezTo>
                <a:cubicBezTo>
                  <a:pt x="991687" y="6169768"/>
                  <a:pt x="986820" y="6164891"/>
                  <a:pt x="986820" y="6158900"/>
                </a:cubicBezTo>
                <a:cubicBezTo>
                  <a:pt x="986820" y="6152899"/>
                  <a:pt x="991687" y="6148023"/>
                  <a:pt x="997669" y="6148023"/>
                </a:cubicBezTo>
                <a:close/>
                <a:moveTo>
                  <a:pt x="997669" y="6137907"/>
                </a:moveTo>
                <a:cubicBezTo>
                  <a:pt x="986067" y="6137907"/>
                  <a:pt x="976714" y="6147280"/>
                  <a:pt x="976714" y="6158900"/>
                </a:cubicBezTo>
                <a:cubicBezTo>
                  <a:pt x="976714" y="6170521"/>
                  <a:pt x="986067" y="6180265"/>
                  <a:pt x="997669" y="6180265"/>
                </a:cubicBezTo>
                <a:cubicBezTo>
                  <a:pt x="1009270" y="6180265"/>
                  <a:pt x="1018623" y="6170521"/>
                  <a:pt x="1018623" y="6158900"/>
                </a:cubicBezTo>
                <a:cubicBezTo>
                  <a:pt x="1018623" y="6147280"/>
                  <a:pt x="1009270" y="6137907"/>
                  <a:pt x="997669" y="6137907"/>
                </a:cubicBezTo>
                <a:close/>
                <a:moveTo>
                  <a:pt x="0" y="0"/>
                </a:moveTo>
                <a:lnTo>
                  <a:pt x="12207876" y="0"/>
                </a:lnTo>
                <a:lnTo>
                  <a:pt x="12207876" y="6875463"/>
                </a:lnTo>
                <a:lnTo>
                  <a:pt x="0" y="687546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74320" bIns="640080" anchor="ctr">
            <a:noAutofit/>
          </a:bodyPr>
          <a:lstStyle>
            <a:lvl1pPr algn="ctr">
              <a:defRPr>
                <a:solidFill>
                  <a:srgbClr val="87888F"/>
                </a:solidFill>
              </a:defRPr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029331-6755-8DF3-EDAB-064BFE170E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7939" y="1"/>
            <a:ext cx="5988052" cy="6857998"/>
          </a:xfr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chemeClr val="tx1">
                  <a:alpha val="70000"/>
                </a:schemeClr>
              </a:gs>
            </a:gsLst>
            <a:lin ang="0" scaled="1"/>
            <a:tileRect/>
          </a:gradFill>
        </p:spPr>
        <p:txBody>
          <a:bodyPr lIns="685800" rIns="274320" anchor="ctr" anchorCtr="0"/>
          <a:lstStyle>
            <a:lvl1pPr>
              <a:lnSpc>
                <a:spcPct val="91000"/>
              </a:lnSpc>
              <a:defRPr sz="4400" spc="-10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>
              <a:lnSpc>
                <a:spcPct val="110000"/>
              </a:lnSpc>
              <a:defRPr sz="1800"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  <a:latin typeface="+mj-lt"/>
              </a:defRPr>
            </a:lvl3pPr>
            <a:lvl4pPr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/>
              <a:t>Full bleed video or image title</a:t>
            </a:r>
          </a:p>
          <a:p>
            <a:pPr lvl="1"/>
            <a:r>
              <a:rPr lang="en-US"/>
              <a:t>Subtitle (delete if not needed)</a:t>
            </a:r>
          </a:p>
        </p:txBody>
      </p:sp>
      <p:sp>
        <p:nvSpPr>
          <p:cNvPr id="13" name="Footnote Placeholder">
            <a:extLst>
              <a:ext uri="{FF2B5EF4-FFF2-40B4-BE49-F238E27FC236}">
                <a16:creationId xmlns:a16="http://schemas.microsoft.com/office/drawing/2014/main" id="{679DE4FA-F0DB-4270-AF9C-8C8E87FA59B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5839856"/>
            <a:ext cx="10817225" cy="18565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9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solidFill>
                  <a:schemeClr val="bg1"/>
                </a:solidFill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/>
                </a:solidFill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/>
                </a:solidFill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/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/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/>
                </a:solidFill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solidFill>
                  <a:schemeClr val="bg1"/>
                </a:solidFill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Footnote placeholder (delete if not needed)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9FF50-2DAC-2FE8-D212-E1E537A414BE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BB43661-C11B-30E5-AB01-A2C3632C747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4C1DAF-A708-FD17-9617-CF686FD1C15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Table Placeholder 30">
            <a:extLst>
              <a:ext uri="{FF2B5EF4-FFF2-40B4-BE49-F238E27FC236}">
                <a16:creationId xmlns:a16="http://schemas.microsoft.com/office/drawing/2014/main" id="{C7667AA0-01E2-55CD-12F8-733E0A130C8D}"/>
              </a:ext>
            </a:extLst>
          </p:cNvPr>
          <p:cNvSpPr>
            <a:spLocks noGrp="1"/>
          </p:cNvSpPr>
          <p:nvPr>
            <p:ph type="tbl" sz="quarter" idx="30" hasCustomPrompt="1"/>
          </p:nvPr>
        </p:nvSpPr>
        <p:spPr>
          <a:xfrm>
            <a:off x="687388" y="6124233"/>
            <a:ext cx="601662" cy="160483"/>
          </a:xfrm>
          <a:custGeom>
            <a:avLst/>
            <a:gdLst>
              <a:gd name="connsiteX0" fmla="*/ 644060 w 696044"/>
              <a:gd name="connsiteY0" fmla="*/ 72372 h 185658"/>
              <a:gd name="connsiteX1" fmla="*/ 696044 w 696044"/>
              <a:gd name="connsiteY1" fmla="*/ 72372 h 185658"/>
              <a:gd name="connsiteX2" fmla="*/ 696044 w 696044"/>
              <a:gd name="connsiteY2" fmla="*/ 83061 h 185658"/>
              <a:gd name="connsiteX3" fmla="*/ 656223 w 696044"/>
              <a:gd name="connsiteY3" fmla="*/ 83061 h 185658"/>
              <a:gd name="connsiteX4" fmla="*/ 656223 w 696044"/>
              <a:gd name="connsiteY4" fmla="*/ 119498 h 185658"/>
              <a:gd name="connsiteX5" fmla="*/ 692800 w 696044"/>
              <a:gd name="connsiteY5" fmla="*/ 119498 h 185658"/>
              <a:gd name="connsiteX6" fmla="*/ 692800 w 696044"/>
              <a:gd name="connsiteY6" fmla="*/ 130186 h 185658"/>
              <a:gd name="connsiteX7" fmla="*/ 656223 w 696044"/>
              <a:gd name="connsiteY7" fmla="*/ 130186 h 185658"/>
              <a:gd name="connsiteX8" fmla="*/ 656223 w 696044"/>
              <a:gd name="connsiteY8" fmla="*/ 173165 h 185658"/>
              <a:gd name="connsiteX9" fmla="*/ 696044 w 696044"/>
              <a:gd name="connsiteY9" fmla="*/ 173165 h 185658"/>
              <a:gd name="connsiteX10" fmla="*/ 696044 w 696044"/>
              <a:gd name="connsiteY10" fmla="*/ 183854 h 185658"/>
              <a:gd name="connsiteX11" fmla="*/ 644060 w 696044"/>
              <a:gd name="connsiteY11" fmla="*/ 183854 h 185658"/>
              <a:gd name="connsiteX12" fmla="*/ 537645 w 696044"/>
              <a:gd name="connsiteY12" fmla="*/ 72372 h 185658"/>
              <a:gd name="connsiteX13" fmla="*/ 550780 w 696044"/>
              <a:gd name="connsiteY13" fmla="*/ 72372 h 185658"/>
              <a:gd name="connsiteX14" fmla="*/ 563099 w 696044"/>
              <a:gd name="connsiteY14" fmla="*/ 125241 h 185658"/>
              <a:gd name="connsiteX15" fmla="*/ 572451 w 696044"/>
              <a:gd name="connsiteY15" fmla="*/ 170875 h 185658"/>
              <a:gd name="connsiteX16" fmla="*/ 572781 w 696044"/>
              <a:gd name="connsiteY16" fmla="*/ 170875 h 185658"/>
              <a:gd name="connsiteX17" fmla="*/ 583296 w 696044"/>
              <a:gd name="connsiteY17" fmla="*/ 125241 h 185658"/>
              <a:gd name="connsiteX18" fmla="*/ 583279 w 696044"/>
              <a:gd name="connsiteY18" fmla="*/ 125241 h 185658"/>
              <a:gd name="connsiteX19" fmla="*/ 596084 w 696044"/>
              <a:gd name="connsiteY19" fmla="*/ 72372 h 185658"/>
              <a:gd name="connsiteX20" fmla="*/ 608733 w 696044"/>
              <a:gd name="connsiteY20" fmla="*/ 72372 h 185658"/>
              <a:gd name="connsiteX21" fmla="*/ 579999 w 696044"/>
              <a:gd name="connsiteY21" fmla="*/ 183854 h 185658"/>
              <a:gd name="connsiteX22" fmla="*/ 565372 w 696044"/>
              <a:gd name="connsiteY22" fmla="*/ 183854 h 185658"/>
              <a:gd name="connsiteX23" fmla="*/ 488923 w 696044"/>
              <a:gd name="connsiteY23" fmla="*/ 72372 h 185658"/>
              <a:gd name="connsiteX24" fmla="*/ 501242 w 696044"/>
              <a:gd name="connsiteY24" fmla="*/ 72372 h 185658"/>
              <a:gd name="connsiteX25" fmla="*/ 501242 w 696044"/>
              <a:gd name="connsiteY25" fmla="*/ 183854 h 185658"/>
              <a:gd name="connsiteX26" fmla="*/ 488923 w 696044"/>
              <a:gd name="connsiteY26" fmla="*/ 183854 h 185658"/>
              <a:gd name="connsiteX27" fmla="*/ 389778 w 696044"/>
              <a:gd name="connsiteY27" fmla="*/ 72372 h 185658"/>
              <a:gd name="connsiteX28" fmla="*/ 451687 w 696044"/>
              <a:gd name="connsiteY28" fmla="*/ 72372 h 185658"/>
              <a:gd name="connsiteX29" fmla="*/ 451687 w 696044"/>
              <a:gd name="connsiteY29" fmla="*/ 83061 h 185658"/>
              <a:gd name="connsiteX30" fmla="*/ 426892 w 696044"/>
              <a:gd name="connsiteY30" fmla="*/ 83061 h 185658"/>
              <a:gd name="connsiteX31" fmla="*/ 426892 w 696044"/>
              <a:gd name="connsiteY31" fmla="*/ 183854 h 185658"/>
              <a:gd name="connsiteX32" fmla="*/ 414573 w 696044"/>
              <a:gd name="connsiteY32" fmla="*/ 183854 h 185658"/>
              <a:gd name="connsiteX33" fmla="*/ 414573 w 696044"/>
              <a:gd name="connsiteY33" fmla="*/ 83061 h 185658"/>
              <a:gd name="connsiteX34" fmla="*/ 389778 w 696044"/>
              <a:gd name="connsiteY34" fmla="*/ 83061 h 185658"/>
              <a:gd name="connsiteX35" fmla="*/ 341819 w 696044"/>
              <a:gd name="connsiteY35" fmla="*/ 72372 h 185658"/>
              <a:gd name="connsiteX36" fmla="*/ 354139 w 696044"/>
              <a:gd name="connsiteY36" fmla="*/ 72372 h 185658"/>
              <a:gd name="connsiteX37" fmla="*/ 354139 w 696044"/>
              <a:gd name="connsiteY37" fmla="*/ 183854 h 185658"/>
              <a:gd name="connsiteX38" fmla="*/ 341819 w 696044"/>
              <a:gd name="connsiteY38" fmla="*/ 183854 h 185658"/>
              <a:gd name="connsiteX39" fmla="*/ 240939 w 696044"/>
              <a:gd name="connsiteY39" fmla="*/ 72372 h 185658"/>
              <a:gd name="connsiteX40" fmla="*/ 253415 w 696044"/>
              <a:gd name="connsiteY40" fmla="*/ 72372 h 185658"/>
              <a:gd name="connsiteX41" fmla="*/ 253415 w 696044"/>
              <a:gd name="connsiteY41" fmla="*/ 150522 h 185658"/>
              <a:gd name="connsiteX42" fmla="*/ 271651 w 696044"/>
              <a:gd name="connsiteY42" fmla="*/ 174987 h 185658"/>
              <a:gd name="connsiteX43" fmla="*/ 290043 w 696044"/>
              <a:gd name="connsiteY43" fmla="*/ 150522 h 185658"/>
              <a:gd name="connsiteX44" fmla="*/ 290026 w 696044"/>
              <a:gd name="connsiteY44" fmla="*/ 150522 h 185658"/>
              <a:gd name="connsiteX45" fmla="*/ 290026 w 696044"/>
              <a:gd name="connsiteY45" fmla="*/ 72372 h 185658"/>
              <a:gd name="connsiteX46" fmla="*/ 302189 w 696044"/>
              <a:gd name="connsiteY46" fmla="*/ 72372 h 185658"/>
              <a:gd name="connsiteX47" fmla="*/ 302189 w 696044"/>
              <a:gd name="connsiteY47" fmla="*/ 150695 h 185658"/>
              <a:gd name="connsiteX48" fmla="*/ 271321 w 696044"/>
              <a:gd name="connsiteY48" fmla="*/ 185658 h 185658"/>
              <a:gd name="connsiteX49" fmla="*/ 240939 w 696044"/>
              <a:gd name="connsiteY49" fmla="*/ 151511 h 185658"/>
              <a:gd name="connsiteX50" fmla="*/ 147555 w 696044"/>
              <a:gd name="connsiteY50" fmla="*/ 72372 h 185658"/>
              <a:gd name="connsiteX51" fmla="*/ 209464 w 696044"/>
              <a:gd name="connsiteY51" fmla="*/ 72372 h 185658"/>
              <a:gd name="connsiteX52" fmla="*/ 209464 w 696044"/>
              <a:gd name="connsiteY52" fmla="*/ 83061 h 185658"/>
              <a:gd name="connsiteX53" fmla="*/ 184669 w 696044"/>
              <a:gd name="connsiteY53" fmla="*/ 83061 h 185658"/>
              <a:gd name="connsiteX54" fmla="*/ 184669 w 696044"/>
              <a:gd name="connsiteY54" fmla="*/ 183854 h 185658"/>
              <a:gd name="connsiteX55" fmla="*/ 172350 w 696044"/>
              <a:gd name="connsiteY55" fmla="*/ 183854 h 185658"/>
              <a:gd name="connsiteX56" fmla="*/ 172350 w 696044"/>
              <a:gd name="connsiteY56" fmla="*/ 83061 h 185658"/>
              <a:gd name="connsiteX57" fmla="*/ 147555 w 696044"/>
              <a:gd name="connsiteY57" fmla="*/ 83061 h 185658"/>
              <a:gd name="connsiteX58" fmla="*/ 0 w 696044"/>
              <a:gd name="connsiteY58" fmla="*/ 72372 h 185658"/>
              <a:gd name="connsiteX59" fmla="*/ 12319 w 696044"/>
              <a:gd name="connsiteY59" fmla="*/ 72372 h 185658"/>
              <a:gd name="connsiteX60" fmla="*/ 12319 w 696044"/>
              <a:gd name="connsiteY60" fmla="*/ 183854 h 185658"/>
              <a:gd name="connsiteX61" fmla="*/ 0 w 696044"/>
              <a:gd name="connsiteY61" fmla="*/ 183854 h 185658"/>
              <a:gd name="connsiteX62" fmla="*/ 53910 w 696044"/>
              <a:gd name="connsiteY62" fmla="*/ 72320 h 185658"/>
              <a:gd name="connsiteX63" fmla="*/ 69023 w 696044"/>
              <a:gd name="connsiteY63" fmla="*/ 72320 h 185658"/>
              <a:gd name="connsiteX64" fmla="*/ 106537 w 696044"/>
              <a:gd name="connsiteY64" fmla="*/ 162408 h 185658"/>
              <a:gd name="connsiteX65" fmla="*/ 107543 w 696044"/>
              <a:gd name="connsiteY65" fmla="*/ 165045 h 185658"/>
              <a:gd name="connsiteX66" fmla="*/ 107699 w 696044"/>
              <a:gd name="connsiteY66" fmla="*/ 165045 h 185658"/>
              <a:gd name="connsiteX67" fmla="*/ 106710 w 696044"/>
              <a:gd name="connsiteY67" fmla="*/ 114848 h 185658"/>
              <a:gd name="connsiteX68" fmla="*/ 106710 w 696044"/>
              <a:gd name="connsiteY68" fmla="*/ 72320 h 185658"/>
              <a:gd name="connsiteX69" fmla="*/ 118214 w 696044"/>
              <a:gd name="connsiteY69" fmla="*/ 72320 h 185658"/>
              <a:gd name="connsiteX70" fmla="*/ 118214 w 696044"/>
              <a:gd name="connsiteY70" fmla="*/ 183836 h 185658"/>
              <a:gd name="connsiteX71" fmla="*/ 103760 w 696044"/>
              <a:gd name="connsiteY71" fmla="*/ 183836 h 185658"/>
              <a:gd name="connsiteX72" fmla="*/ 65761 w 696044"/>
              <a:gd name="connsiteY72" fmla="*/ 90938 h 185658"/>
              <a:gd name="connsiteX73" fmla="*/ 64685 w 696044"/>
              <a:gd name="connsiteY73" fmla="*/ 88162 h 185658"/>
              <a:gd name="connsiteX74" fmla="*/ 64547 w 696044"/>
              <a:gd name="connsiteY74" fmla="*/ 87797 h 185658"/>
              <a:gd name="connsiteX75" fmla="*/ 64408 w 696044"/>
              <a:gd name="connsiteY75" fmla="*/ 87797 h 185658"/>
              <a:gd name="connsiteX76" fmla="*/ 65397 w 696044"/>
              <a:gd name="connsiteY76" fmla="*/ 140302 h 185658"/>
              <a:gd name="connsiteX77" fmla="*/ 65397 w 696044"/>
              <a:gd name="connsiteY77" fmla="*/ 183802 h 185658"/>
              <a:gd name="connsiteX78" fmla="*/ 53910 w 696044"/>
              <a:gd name="connsiteY78" fmla="*/ 183802 h 185658"/>
              <a:gd name="connsiteX79" fmla="*/ 347979 w 696044"/>
              <a:gd name="connsiteY79" fmla="*/ 10168 h 185658"/>
              <a:gd name="connsiteX80" fmla="*/ 335347 w 696044"/>
              <a:gd name="connsiteY80" fmla="*/ 22782 h 185658"/>
              <a:gd name="connsiteX81" fmla="*/ 347979 w 696044"/>
              <a:gd name="connsiteY81" fmla="*/ 35414 h 185658"/>
              <a:gd name="connsiteX82" fmla="*/ 360593 w 696044"/>
              <a:gd name="connsiteY82" fmla="*/ 22782 h 185658"/>
              <a:gd name="connsiteX83" fmla="*/ 347979 w 696044"/>
              <a:gd name="connsiteY83" fmla="*/ 10168 h 185658"/>
              <a:gd name="connsiteX84" fmla="*/ 347979 w 696044"/>
              <a:gd name="connsiteY84" fmla="*/ 0 h 185658"/>
              <a:gd name="connsiteX85" fmla="*/ 370778 w 696044"/>
              <a:gd name="connsiteY85" fmla="*/ 22800 h 185658"/>
              <a:gd name="connsiteX86" fmla="*/ 347979 w 696044"/>
              <a:gd name="connsiteY86" fmla="*/ 45599 h 185658"/>
              <a:gd name="connsiteX87" fmla="*/ 325179 w 696044"/>
              <a:gd name="connsiteY87" fmla="*/ 22800 h 185658"/>
              <a:gd name="connsiteX88" fmla="*/ 347979 w 696044"/>
              <a:gd name="connsiteY88" fmla="*/ 0 h 18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696044" h="185658">
                <a:moveTo>
                  <a:pt x="644060" y="72372"/>
                </a:moveTo>
                <a:lnTo>
                  <a:pt x="696044" y="72372"/>
                </a:lnTo>
                <a:lnTo>
                  <a:pt x="696044" y="83061"/>
                </a:lnTo>
                <a:lnTo>
                  <a:pt x="656223" y="83061"/>
                </a:lnTo>
                <a:lnTo>
                  <a:pt x="656223" y="119498"/>
                </a:lnTo>
                <a:lnTo>
                  <a:pt x="692800" y="119498"/>
                </a:lnTo>
                <a:lnTo>
                  <a:pt x="692800" y="130186"/>
                </a:lnTo>
                <a:lnTo>
                  <a:pt x="656223" y="130186"/>
                </a:lnTo>
                <a:lnTo>
                  <a:pt x="656223" y="173165"/>
                </a:lnTo>
                <a:lnTo>
                  <a:pt x="696044" y="173165"/>
                </a:lnTo>
                <a:lnTo>
                  <a:pt x="696044" y="183854"/>
                </a:lnTo>
                <a:lnTo>
                  <a:pt x="644060" y="183854"/>
                </a:lnTo>
                <a:close/>
                <a:moveTo>
                  <a:pt x="537645" y="72372"/>
                </a:moveTo>
                <a:lnTo>
                  <a:pt x="550780" y="72372"/>
                </a:lnTo>
                <a:lnTo>
                  <a:pt x="563099" y="125241"/>
                </a:lnTo>
                <a:cubicBezTo>
                  <a:pt x="566708" y="140840"/>
                  <a:pt x="570977" y="160204"/>
                  <a:pt x="572451" y="170875"/>
                </a:cubicBezTo>
                <a:lnTo>
                  <a:pt x="572781" y="170875"/>
                </a:lnTo>
                <a:cubicBezTo>
                  <a:pt x="574100" y="161367"/>
                  <a:pt x="579513" y="140996"/>
                  <a:pt x="583296" y="125241"/>
                </a:cubicBezTo>
                <a:lnTo>
                  <a:pt x="583279" y="125241"/>
                </a:lnTo>
                <a:lnTo>
                  <a:pt x="596084" y="72372"/>
                </a:lnTo>
                <a:lnTo>
                  <a:pt x="608733" y="72372"/>
                </a:lnTo>
                <a:lnTo>
                  <a:pt x="579999" y="183854"/>
                </a:lnTo>
                <a:lnTo>
                  <a:pt x="565372" y="183854"/>
                </a:lnTo>
                <a:close/>
                <a:moveTo>
                  <a:pt x="488923" y="72372"/>
                </a:moveTo>
                <a:lnTo>
                  <a:pt x="501242" y="72372"/>
                </a:lnTo>
                <a:lnTo>
                  <a:pt x="501242" y="183854"/>
                </a:lnTo>
                <a:lnTo>
                  <a:pt x="488923" y="183854"/>
                </a:lnTo>
                <a:close/>
                <a:moveTo>
                  <a:pt x="389778" y="72372"/>
                </a:moveTo>
                <a:lnTo>
                  <a:pt x="451687" y="72372"/>
                </a:lnTo>
                <a:lnTo>
                  <a:pt x="451687" y="83061"/>
                </a:lnTo>
                <a:lnTo>
                  <a:pt x="426892" y="83061"/>
                </a:lnTo>
                <a:lnTo>
                  <a:pt x="426892" y="183854"/>
                </a:lnTo>
                <a:lnTo>
                  <a:pt x="414573" y="183854"/>
                </a:lnTo>
                <a:lnTo>
                  <a:pt x="414573" y="83061"/>
                </a:lnTo>
                <a:lnTo>
                  <a:pt x="389778" y="83061"/>
                </a:lnTo>
                <a:close/>
                <a:moveTo>
                  <a:pt x="341819" y="72372"/>
                </a:moveTo>
                <a:lnTo>
                  <a:pt x="354139" y="72372"/>
                </a:lnTo>
                <a:lnTo>
                  <a:pt x="354139" y="183854"/>
                </a:lnTo>
                <a:lnTo>
                  <a:pt x="341819" y="183854"/>
                </a:lnTo>
                <a:close/>
                <a:moveTo>
                  <a:pt x="240939" y="72372"/>
                </a:moveTo>
                <a:lnTo>
                  <a:pt x="253415" y="72372"/>
                </a:lnTo>
                <a:lnTo>
                  <a:pt x="253415" y="150522"/>
                </a:lnTo>
                <a:cubicBezTo>
                  <a:pt x="253415" y="162841"/>
                  <a:pt x="256867" y="174987"/>
                  <a:pt x="271651" y="174987"/>
                </a:cubicBezTo>
                <a:cubicBezTo>
                  <a:pt x="286434" y="174987"/>
                  <a:pt x="290043" y="164819"/>
                  <a:pt x="290043" y="150522"/>
                </a:cubicBezTo>
                <a:lnTo>
                  <a:pt x="290026" y="150522"/>
                </a:lnTo>
                <a:lnTo>
                  <a:pt x="290026" y="72372"/>
                </a:lnTo>
                <a:lnTo>
                  <a:pt x="302189" y="72372"/>
                </a:lnTo>
                <a:lnTo>
                  <a:pt x="302189" y="150695"/>
                </a:lnTo>
                <a:cubicBezTo>
                  <a:pt x="302189" y="171049"/>
                  <a:pt x="293982" y="185658"/>
                  <a:pt x="271321" y="185658"/>
                </a:cubicBezTo>
                <a:cubicBezTo>
                  <a:pt x="248660" y="185658"/>
                  <a:pt x="240939" y="171864"/>
                  <a:pt x="240939" y="151511"/>
                </a:cubicBezTo>
                <a:close/>
                <a:moveTo>
                  <a:pt x="147555" y="72372"/>
                </a:moveTo>
                <a:lnTo>
                  <a:pt x="209464" y="72372"/>
                </a:lnTo>
                <a:lnTo>
                  <a:pt x="209464" y="83061"/>
                </a:lnTo>
                <a:lnTo>
                  <a:pt x="184669" y="83061"/>
                </a:lnTo>
                <a:lnTo>
                  <a:pt x="184669" y="183854"/>
                </a:lnTo>
                <a:lnTo>
                  <a:pt x="172350" y="183854"/>
                </a:lnTo>
                <a:lnTo>
                  <a:pt x="172350" y="83061"/>
                </a:lnTo>
                <a:lnTo>
                  <a:pt x="147555" y="83061"/>
                </a:lnTo>
                <a:close/>
                <a:moveTo>
                  <a:pt x="0" y="72372"/>
                </a:moveTo>
                <a:lnTo>
                  <a:pt x="12319" y="72372"/>
                </a:lnTo>
                <a:lnTo>
                  <a:pt x="12319" y="183854"/>
                </a:lnTo>
                <a:lnTo>
                  <a:pt x="0" y="183854"/>
                </a:lnTo>
                <a:close/>
                <a:moveTo>
                  <a:pt x="53910" y="72320"/>
                </a:moveTo>
                <a:lnTo>
                  <a:pt x="69023" y="72320"/>
                </a:lnTo>
                <a:cubicBezTo>
                  <a:pt x="69023" y="72320"/>
                  <a:pt x="95657" y="135409"/>
                  <a:pt x="106537" y="162408"/>
                </a:cubicBezTo>
                <a:cubicBezTo>
                  <a:pt x="106988" y="163535"/>
                  <a:pt x="107335" y="164351"/>
                  <a:pt x="107543" y="165045"/>
                </a:cubicBezTo>
                <a:lnTo>
                  <a:pt x="107699" y="165045"/>
                </a:lnTo>
                <a:cubicBezTo>
                  <a:pt x="106866" y="150106"/>
                  <a:pt x="106710" y="133067"/>
                  <a:pt x="106710" y="114848"/>
                </a:cubicBezTo>
                <a:lnTo>
                  <a:pt x="106710" y="72320"/>
                </a:lnTo>
                <a:lnTo>
                  <a:pt x="118214" y="72320"/>
                </a:lnTo>
                <a:lnTo>
                  <a:pt x="118214" y="183836"/>
                </a:lnTo>
                <a:lnTo>
                  <a:pt x="103760" y="183836"/>
                </a:lnTo>
                <a:cubicBezTo>
                  <a:pt x="103760" y="183836"/>
                  <a:pt x="73413" y="109677"/>
                  <a:pt x="65761" y="90938"/>
                </a:cubicBezTo>
                <a:cubicBezTo>
                  <a:pt x="65258" y="89723"/>
                  <a:pt x="64928" y="88856"/>
                  <a:pt x="64685" y="88162"/>
                </a:cubicBezTo>
                <a:cubicBezTo>
                  <a:pt x="64633" y="88023"/>
                  <a:pt x="64599" y="87902"/>
                  <a:pt x="64547" y="87797"/>
                </a:cubicBezTo>
                <a:lnTo>
                  <a:pt x="64408" y="87797"/>
                </a:lnTo>
                <a:cubicBezTo>
                  <a:pt x="65241" y="101748"/>
                  <a:pt x="65397" y="120262"/>
                  <a:pt x="65397" y="140302"/>
                </a:cubicBezTo>
                <a:lnTo>
                  <a:pt x="65397" y="183802"/>
                </a:lnTo>
                <a:lnTo>
                  <a:pt x="53910" y="183802"/>
                </a:lnTo>
                <a:close/>
                <a:moveTo>
                  <a:pt x="347979" y="10168"/>
                </a:moveTo>
                <a:cubicBezTo>
                  <a:pt x="341021" y="10168"/>
                  <a:pt x="335347" y="15825"/>
                  <a:pt x="335347" y="22782"/>
                </a:cubicBezTo>
                <a:cubicBezTo>
                  <a:pt x="335347" y="29740"/>
                  <a:pt x="341004" y="35414"/>
                  <a:pt x="347979" y="35414"/>
                </a:cubicBezTo>
                <a:cubicBezTo>
                  <a:pt x="354937" y="35414"/>
                  <a:pt x="360593" y="29758"/>
                  <a:pt x="360593" y="22782"/>
                </a:cubicBezTo>
                <a:cubicBezTo>
                  <a:pt x="360593" y="15807"/>
                  <a:pt x="354937" y="10168"/>
                  <a:pt x="347979" y="10168"/>
                </a:cubicBezTo>
                <a:close/>
                <a:moveTo>
                  <a:pt x="347979" y="0"/>
                </a:moveTo>
                <a:cubicBezTo>
                  <a:pt x="360541" y="0"/>
                  <a:pt x="370778" y="10220"/>
                  <a:pt x="370778" y="22800"/>
                </a:cubicBezTo>
                <a:cubicBezTo>
                  <a:pt x="370778" y="35379"/>
                  <a:pt x="360541" y="45599"/>
                  <a:pt x="347979" y="45599"/>
                </a:cubicBezTo>
                <a:cubicBezTo>
                  <a:pt x="335417" y="45599"/>
                  <a:pt x="325179" y="35379"/>
                  <a:pt x="325179" y="22800"/>
                </a:cubicBezTo>
                <a:cubicBezTo>
                  <a:pt x="325179" y="10220"/>
                  <a:pt x="335399" y="0"/>
                  <a:pt x="347979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1676492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Video or Image (R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3D0B224-E9A9-375E-2730-316CA9D80EF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253186 w 12207876"/>
              <a:gd name="connsiteY0" fmla="*/ 6202001 h 6875463"/>
              <a:gd name="connsiteX1" fmla="*/ 1253186 w 12207876"/>
              <a:gd name="connsiteY1" fmla="*/ 6298337 h 6875463"/>
              <a:gd name="connsiteX2" fmla="*/ 1297706 w 12207876"/>
              <a:gd name="connsiteY2" fmla="*/ 6298337 h 6875463"/>
              <a:gd name="connsiteX3" fmla="*/ 1297706 w 12207876"/>
              <a:gd name="connsiteY3" fmla="*/ 6288964 h 6875463"/>
              <a:gd name="connsiteX4" fmla="*/ 1263664 w 12207876"/>
              <a:gd name="connsiteY4" fmla="*/ 6288964 h 6875463"/>
              <a:gd name="connsiteX5" fmla="*/ 1263664 w 12207876"/>
              <a:gd name="connsiteY5" fmla="*/ 6251855 h 6875463"/>
              <a:gd name="connsiteX6" fmla="*/ 1295458 w 12207876"/>
              <a:gd name="connsiteY6" fmla="*/ 6251855 h 6875463"/>
              <a:gd name="connsiteX7" fmla="*/ 1295458 w 12207876"/>
              <a:gd name="connsiteY7" fmla="*/ 6242482 h 6875463"/>
              <a:gd name="connsiteX8" fmla="*/ 1263664 w 12207876"/>
              <a:gd name="connsiteY8" fmla="*/ 6242482 h 6875463"/>
              <a:gd name="connsiteX9" fmla="*/ 1263664 w 12207876"/>
              <a:gd name="connsiteY9" fmla="*/ 6211373 h 6875463"/>
              <a:gd name="connsiteX10" fmla="*/ 1297706 w 12207876"/>
              <a:gd name="connsiteY10" fmla="*/ 6211373 h 6875463"/>
              <a:gd name="connsiteX11" fmla="*/ 1297706 w 12207876"/>
              <a:gd name="connsiteY11" fmla="*/ 6202001 h 6875463"/>
              <a:gd name="connsiteX12" fmla="*/ 1253186 w 12207876"/>
              <a:gd name="connsiteY12" fmla="*/ 6202001 h 6875463"/>
              <a:gd name="connsiteX13" fmla="*/ 1161156 w 12207876"/>
              <a:gd name="connsiteY13" fmla="*/ 6202001 h 6875463"/>
              <a:gd name="connsiteX14" fmla="*/ 1185101 w 12207876"/>
              <a:gd name="connsiteY14" fmla="*/ 6298337 h 6875463"/>
              <a:gd name="connsiteX15" fmla="*/ 1197817 w 12207876"/>
              <a:gd name="connsiteY15" fmla="*/ 6298337 h 6875463"/>
              <a:gd name="connsiteX16" fmla="*/ 1222506 w 12207876"/>
              <a:gd name="connsiteY16" fmla="*/ 6202001 h 6875463"/>
              <a:gd name="connsiteX17" fmla="*/ 1211657 w 12207876"/>
              <a:gd name="connsiteY17" fmla="*/ 6202001 h 6875463"/>
              <a:gd name="connsiteX18" fmla="*/ 1200808 w 12207876"/>
              <a:gd name="connsiteY18" fmla="*/ 6247359 h 6875463"/>
              <a:gd name="connsiteX19" fmla="*/ 1191455 w 12207876"/>
              <a:gd name="connsiteY19" fmla="*/ 6287087 h 6875463"/>
              <a:gd name="connsiteX20" fmla="*/ 1183225 w 12207876"/>
              <a:gd name="connsiteY20" fmla="*/ 6247359 h 6875463"/>
              <a:gd name="connsiteX21" fmla="*/ 1172757 w 12207876"/>
              <a:gd name="connsiteY21" fmla="*/ 6202001 h 6875463"/>
              <a:gd name="connsiteX22" fmla="*/ 1161156 w 12207876"/>
              <a:gd name="connsiteY22" fmla="*/ 6202001 h 6875463"/>
              <a:gd name="connsiteX23" fmla="*/ 1119255 w 12207876"/>
              <a:gd name="connsiteY23" fmla="*/ 6202001 h 6875463"/>
              <a:gd name="connsiteX24" fmla="*/ 1119255 w 12207876"/>
              <a:gd name="connsiteY24" fmla="*/ 6298337 h 6875463"/>
              <a:gd name="connsiteX25" fmla="*/ 1129733 w 12207876"/>
              <a:gd name="connsiteY25" fmla="*/ 6298337 h 6875463"/>
              <a:gd name="connsiteX26" fmla="*/ 1129733 w 12207876"/>
              <a:gd name="connsiteY26" fmla="*/ 6202001 h 6875463"/>
              <a:gd name="connsiteX27" fmla="*/ 1119255 w 12207876"/>
              <a:gd name="connsiteY27" fmla="*/ 6202001 h 6875463"/>
              <a:gd name="connsiteX28" fmla="*/ 1033587 w 12207876"/>
              <a:gd name="connsiteY28" fmla="*/ 6202001 h 6875463"/>
              <a:gd name="connsiteX29" fmla="*/ 1033587 w 12207876"/>
              <a:gd name="connsiteY29" fmla="*/ 6211373 h 6875463"/>
              <a:gd name="connsiteX30" fmla="*/ 1055285 w 12207876"/>
              <a:gd name="connsiteY30" fmla="*/ 6211373 h 6875463"/>
              <a:gd name="connsiteX31" fmla="*/ 1055285 w 12207876"/>
              <a:gd name="connsiteY31" fmla="*/ 6298337 h 6875463"/>
              <a:gd name="connsiteX32" fmla="*/ 1065753 w 12207876"/>
              <a:gd name="connsiteY32" fmla="*/ 6298337 h 6875463"/>
              <a:gd name="connsiteX33" fmla="*/ 1065753 w 12207876"/>
              <a:gd name="connsiteY33" fmla="*/ 6211373 h 6875463"/>
              <a:gd name="connsiteX34" fmla="*/ 1087080 w 12207876"/>
              <a:gd name="connsiteY34" fmla="*/ 6211373 h 6875463"/>
              <a:gd name="connsiteX35" fmla="*/ 1087080 w 12207876"/>
              <a:gd name="connsiteY35" fmla="*/ 6202001 h 6875463"/>
              <a:gd name="connsiteX36" fmla="*/ 1033587 w 12207876"/>
              <a:gd name="connsiteY36" fmla="*/ 6202001 h 6875463"/>
              <a:gd name="connsiteX37" fmla="*/ 992430 w 12207876"/>
              <a:gd name="connsiteY37" fmla="*/ 6202001 h 6875463"/>
              <a:gd name="connsiteX38" fmla="*/ 992430 w 12207876"/>
              <a:gd name="connsiteY38" fmla="*/ 6298337 h 6875463"/>
              <a:gd name="connsiteX39" fmla="*/ 1002907 w 12207876"/>
              <a:gd name="connsiteY39" fmla="*/ 6298337 h 6875463"/>
              <a:gd name="connsiteX40" fmla="*/ 1002907 w 12207876"/>
              <a:gd name="connsiteY40" fmla="*/ 6202001 h 6875463"/>
              <a:gd name="connsiteX41" fmla="*/ 992430 w 12207876"/>
              <a:gd name="connsiteY41" fmla="*/ 6202001 h 6875463"/>
              <a:gd name="connsiteX42" fmla="*/ 905263 w 12207876"/>
              <a:gd name="connsiteY42" fmla="*/ 6202001 h 6875463"/>
              <a:gd name="connsiteX43" fmla="*/ 905263 w 12207876"/>
              <a:gd name="connsiteY43" fmla="*/ 6270219 h 6875463"/>
              <a:gd name="connsiteX44" fmla="*/ 931451 w 12207876"/>
              <a:gd name="connsiteY44" fmla="*/ 6299832 h 6875463"/>
              <a:gd name="connsiteX45" fmla="*/ 958386 w 12207876"/>
              <a:gd name="connsiteY45" fmla="*/ 6269466 h 6875463"/>
              <a:gd name="connsiteX46" fmla="*/ 958386 w 12207876"/>
              <a:gd name="connsiteY46" fmla="*/ 6202001 h 6875463"/>
              <a:gd name="connsiteX47" fmla="*/ 947912 w 12207876"/>
              <a:gd name="connsiteY47" fmla="*/ 6202001 h 6875463"/>
              <a:gd name="connsiteX48" fmla="*/ 947912 w 12207876"/>
              <a:gd name="connsiteY48" fmla="*/ 6269466 h 6875463"/>
              <a:gd name="connsiteX49" fmla="*/ 931825 w 12207876"/>
              <a:gd name="connsiteY49" fmla="*/ 6290459 h 6875463"/>
              <a:gd name="connsiteX50" fmla="*/ 916113 w 12207876"/>
              <a:gd name="connsiteY50" fmla="*/ 6269466 h 6875463"/>
              <a:gd name="connsiteX51" fmla="*/ 916113 w 12207876"/>
              <a:gd name="connsiteY51" fmla="*/ 6202001 h 6875463"/>
              <a:gd name="connsiteX52" fmla="*/ 905263 w 12207876"/>
              <a:gd name="connsiteY52" fmla="*/ 6202001 h 6875463"/>
              <a:gd name="connsiteX53" fmla="*/ 824829 w 12207876"/>
              <a:gd name="connsiteY53" fmla="*/ 6202001 h 6875463"/>
              <a:gd name="connsiteX54" fmla="*/ 824829 w 12207876"/>
              <a:gd name="connsiteY54" fmla="*/ 6211373 h 6875463"/>
              <a:gd name="connsiteX55" fmla="*/ 846153 w 12207876"/>
              <a:gd name="connsiteY55" fmla="*/ 6211373 h 6875463"/>
              <a:gd name="connsiteX56" fmla="*/ 846153 w 12207876"/>
              <a:gd name="connsiteY56" fmla="*/ 6298337 h 6875463"/>
              <a:gd name="connsiteX57" fmla="*/ 857002 w 12207876"/>
              <a:gd name="connsiteY57" fmla="*/ 6298337 h 6875463"/>
              <a:gd name="connsiteX58" fmla="*/ 857002 w 12207876"/>
              <a:gd name="connsiteY58" fmla="*/ 6211373 h 6875463"/>
              <a:gd name="connsiteX59" fmla="*/ 878327 w 12207876"/>
              <a:gd name="connsiteY59" fmla="*/ 6211373 h 6875463"/>
              <a:gd name="connsiteX60" fmla="*/ 878327 w 12207876"/>
              <a:gd name="connsiteY60" fmla="*/ 6202001 h 6875463"/>
              <a:gd name="connsiteX61" fmla="*/ 824829 w 12207876"/>
              <a:gd name="connsiteY61" fmla="*/ 6202001 h 6875463"/>
              <a:gd name="connsiteX62" fmla="*/ 697631 w 12207876"/>
              <a:gd name="connsiteY62" fmla="*/ 6202001 h 6875463"/>
              <a:gd name="connsiteX63" fmla="*/ 697631 w 12207876"/>
              <a:gd name="connsiteY63" fmla="*/ 6298337 h 6875463"/>
              <a:gd name="connsiteX64" fmla="*/ 708107 w 12207876"/>
              <a:gd name="connsiteY64" fmla="*/ 6298337 h 6875463"/>
              <a:gd name="connsiteX65" fmla="*/ 708107 w 12207876"/>
              <a:gd name="connsiteY65" fmla="*/ 6202001 h 6875463"/>
              <a:gd name="connsiteX66" fmla="*/ 697631 w 12207876"/>
              <a:gd name="connsiteY66" fmla="*/ 6202001 h 6875463"/>
              <a:gd name="connsiteX67" fmla="*/ 744021 w 12207876"/>
              <a:gd name="connsiteY67" fmla="*/ 6201629 h 6875463"/>
              <a:gd name="connsiteX68" fmla="*/ 744021 w 12207876"/>
              <a:gd name="connsiteY68" fmla="*/ 6297955 h 6875463"/>
              <a:gd name="connsiteX69" fmla="*/ 754122 w 12207876"/>
              <a:gd name="connsiteY69" fmla="*/ 6297955 h 6875463"/>
              <a:gd name="connsiteX70" fmla="*/ 754122 w 12207876"/>
              <a:gd name="connsiteY70" fmla="*/ 6260475 h 6875463"/>
              <a:gd name="connsiteX71" fmla="*/ 753000 w 12207876"/>
              <a:gd name="connsiteY71" fmla="*/ 6215498 h 6875463"/>
              <a:gd name="connsiteX72" fmla="*/ 753373 w 12207876"/>
              <a:gd name="connsiteY72" fmla="*/ 6215498 h 6875463"/>
              <a:gd name="connsiteX73" fmla="*/ 753373 w 12207876"/>
              <a:gd name="connsiteY73" fmla="*/ 6215869 h 6875463"/>
              <a:gd name="connsiteX74" fmla="*/ 754122 w 12207876"/>
              <a:gd name="connsiteY74" fmla="*/ 6218117 h 6875463"/>
              <a:gd name="connsiteX75" fmla="*/ 787044 w 12207876"/>
              <a:gd name="connsiteY75" fmla="*/ 6297955 h 6875463"/>
              <a:gd name="connsiteX76" fmla="*/ 799389 w 12207876"/>
              <a:gd name="connsiteY76" fmla="*/ 6297955 h 6875463"/>
              <a:gd name="connsiteX77" fmla="*/ 799389 w 12207876"/>
              <a:gd name="connsiteY77" fmla="*/ 6201629 h 6875463"/>
              <a:gd name="connsiteX78" fmla="*/ 789663 w 12207876"/>
              <a:gd name="connsiteY78" fmla="*/ 6201629 h 6875463"/>
              <a:gd name="connsiteX79" fmla="*/ 789663 w 12207876"/>
              <a:gd name="connsiteY79" fmla="*/ 6238739 h 6875463"/>
              <a:gd name="connsiteX80" fmla="*/ 790410 w 12207876"/>
              <a:gd name="connsiteY80" fmla="*/ 6281840 h 6875463"/>
              <a:gd name="connsiteX81" fmla="*/ 789288 w 12207876"/>
              <a:gd name="connsiteY81" fmla="*/ 6279220 h 6875463"/>
              <a:gd name="connsiteX82" fmla="*/ 757115 w 12207876"/>
              <a:gd name="connsiteY82" fmla="*/ 6201629 h 6875463"/>
              <a:gd name="connsiteX83" fmla="*/ 744021 w 12207876"/>
              <a:gd name="connsiteY83" fmla="*/ 6201629 h 6875463"/>
              <a:gd name="connsiteX84" fmla="*/ 997669 w 12207876"/>
              <a:gd name="connsiteY84" fmla="*/ 6148023 h 6875463"/>
              <a:gd name="connsiteX85" fmla="*/ 1008517 w 12207876"/>
              <a:gd name="connsiteY85" fmla="*/ 6158900 h 6875463"/>
              <a:gd name="connsiteX86" fmla="*/ 997669 w 12207876"/>
              <a:gd name="connsiteY86" fmla="*/ 6169768 h 6875463"/>
              <a:gd name="connsiteX87" fmla="*/ 986820 w 12207876"/>
              <a:gd name="connsiteY87" fmla="*/ 6158900 h 6875463"/>
              <a:gd name="connsiteX88" fmla="*/ 997669 w 12207876"/>
              <a:gd name="connsiteY88" fmla="*/ 6148023 h 6875463"/>
              <a:gd name="connsiteX89" fmla="*/ 997669 w 12207876"/>
              <a:gd name="connsiteY89" fmla="*/ 6137907 h 6875463"/>
              <a:gd name="connsiteX90" fmla="*/ 976714 w 12207876"/>
              <a:gd name="connsiteY90" fmla="*/ 6158900 h 6875463"/>
              <a:gd name="connsiteX91" fmla="*/ 997669 w 12207876"/>
              <a:gd name="connsiteY91" fmla="*/ 6180265 h 6875463"/>
              <a:gd name="connsiteX92" fmla="*/ 1018623 w 12207876"/>
              <a:gd name="connsiteY92" fmla="*/ 6158900 h 6875463"/>
              <a:gd name="connsiteX93" fmla="*/ 997669 w 12207876"/>
              <a:gd name="connsiteY93" fmla="*/ 6137907 h 6875463"/>
              <a:gd name="connsiteX94" fmla="*/ 0 w 12207876"/>
              <a:gd name="connsiteY94" fmla="*/ 0 h 6875463"/>
              <a:gd name="connsiteX95" fmla="*/ 12207876 w 12207876"/>
              <a:gd name="connsiteY95" fmla="*/ 0 h 6875463"/>
              <a:gd name="connsiteX96" fmla="*/ 12207876 w 12207876"/>
              <a:gd name="connsiteY96" fmla="*/ 6875463 h 6875463"/>
              <a:gd name="connsiteX97" fmla="*/ 0 w 12207876"/>
              <a:gd name="connsiteY97" fmla="*/ 6875463 h 6875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2207876" h="6875463">
                <a:moveTo>
                  <a:pt x="1253186" y="6202001"/>
                </a:moveTo>
                <a:cubicBezTo>
                  <a:pt x="1253186" y="6298337"/>
                  <a:pt x="1253186" y="6298337"/>
                  <a:pt x="1253186" y="6298337"/>
                </a:cubicBezTo>
                <a:cubicBezTo>
                  <a:pt x="1297706" y="6298337"/>
                  <a:pt x="1297706" y="6298337"/>
                  <a:pt x="1297706" y="6298337"/>
                </a:cubicBezTo>
                <a:cubicBezTo>
                  <a:pt x="1297706" y="6288964"/>
                  <a:pt x="1297706" y="6288964"/>
                  <a:pt x="1297706" y="6288964"/>
                </a:cubicBezTo>
                <a:cubicBezTo>
                  <a:pt x="1263664" y="6288964"/>
                  <a:pt x="1263664" y="6288964"/>
                  <a:pt x="1263664" y="6288964"/>
                </a:cubicBezTo>
                <a:cubicBezTo>
                  <a:pt x="1263664" y="6251855"/>
                  <a:pt x="1263664" y="6251855"/>
                  <a:pt x="1263664" y="6251855"/>
                </a:cubicBezTo>
                <a:cubicBezTo>
                  <a:pt x="1295458" y="6251855"/>
                  <a:pt x="1295458" y="6251855"/>
                  <a:pt x="1295458" y="6251855"/>
                </a:cubicBezTo>
                <a:cubicBezTo>
                  <a:pt x="1295458" y="6242482"/>
                  <a:pt x="1295458" y="6242482"/>
                  <a:pt x="1295458" y="6242482"/>
                </a:cubicBezTo>
                <a:cubicBezTo>
                  <a:pt x="1263664" y="6242482"/>
                  <a:pt x="1263664" y="6242482"/>
                  <a:pt x="1263664" y="6242482"/>
                </a:cubicBezTo>
                <a:cubicBezTo>
                  <a:pt x="1263664" y="6211373"/>
                  <a:pt x="1263664" y="6211373"/>
                  <a:pt x="1263664" y="6211373"/>
                </a:cubicBezTo>
                <a:lnTo>
                  <a:pt x="1297706" y="6211373"/>
                </a:lnTo>
                <a:cubicBezTo>
                  <a:pt x="1297706" y="6202001"/>
                  <a:pt x="1297706" y="6202001"/>
                  <a:pt x="1297706" y="6202001"/>
                </a:cubicBezTo>
                <a:cubicBezTo>
                  <a:pt x="1253186" y="6202001"/>
                  <a:pt x="1253186" y="6202001"/>
                  <a:pt x="1253186" y="6202001"/>
                </a:cubicBezTo>
                <a:close/>
                <a:moveTo>
                  <a:pt x="1161156" y="6202001"/>
                </a:moveTo>
                <a:cubicBezTo>
                  <a:pt x="1185101" y="6298337"/>
                  <a:pt x="1185101" y="6298337"/>
                  <a:pt x="1185101" y="6298337"/>
                </a:cubicBezTo>
                <a:cubicBezTo>
                  <a:pt x="1197817" y="6298337"/>
                  <a:pt x="1197817" y="6298337"/>
                  <a:pt x="1197817" y="6298337"/>
                </a:cubicBezTo>
                <a:cubicBezTo>
                  <a:pt x="1222506" y="6202001"/>
                  <a:pt x="1222506" y="6202001"/>
                  <a:pt x="1222506" y="6202001"/>
                </a:cubicBezTo>
                <a:cubicBezTo>
                  <a:pt x="1211657" y="6202001"/>
                  <a:pt x="1211657" y="6202001"/>
                  <a:pt x="1211657" y="6202001"/>
                </a:cubicBezTo>
                <a:lnTo>
                  <a:pt x="1200808" y="6247359"/>
                </a:lnTo>
                <a:cubicBezTo>
                  <a:pt x="1197446" y="6261227"/>
                  <a:pt x="1192579" y="6278839"/>
                  <a:pt x="1191455" y="6287087"/>
                </a:cubicBezTo>
                <a:cubicBezTo>
                  <a:pt x="1189959" y="6277715"/>
                  <a:pt x="1186225" y="6260846"/>
                  <a:pt x="1183225" y="6247359"/>
                </a:cubicBezTo>
                <a:cubicBezTo>
                  <a:pt x="1172757" y="6202001"/>
                  <a:pt x="1172757" y="6202001"/>
                  <a:pt x="1172757" y="6202001"/>
                </a:cubicBezTo>
                <a:cubicBezTo>
                  <a:pt x="1161156" y="6202001"/>
                  <a:pt x="1161156" y="6202001"/>
                  <a:pt x="1161156" y="6202001"/>
                </a:cubicBezTo>
                <a:close/>
                <a:moveTo>
                  <a:pt x="1119255" y="6202001"/>
                </a:moveTo>
                <a:lnTo>
                  <a:pt x="1119255" y="6298337"/>
                </a:lnTo>
                <a:cubicBezTo>
                  <a:pt x="1129733" y="6298337"/>
                  <a:pt x="1129733" y="6298337"/>
                  <a:pt x="1129733" y="6298337"/>
                </a:cubicBezTo>
                <a:cubicBezTo>
                  <a:pt x="1129733" y="6202001"/>
                  <a:pt x="1129733" y="6202001"/>
                  <a:pt x="1129733" y="6202001"/>
                </a:cubicBezTo>
                <a:cubicBezTo>
                  <a:pt x="1119255" y="6202001"/>
                  <a:pt x="1119255" y="6202001"/>
                  <a:pt x="1119255" y="6202001"/>
                </a:cubicBezTo>
                <a:close/>
                <a:moveTo>
                  <a:pt x="1033587" y="6202001"/>
                </a:moveTo>
                <a:lnTo>
                  <a:pt x="1033587" y="6211373"/>
                </a:lnTo>
                <a:cubicBezTo>
                  <a:pt x="1055285" y="6211373"/>
                  <a:pt x="1055285" y="6211373"/>
                  <a:pt x="1055285" y="6211373"/>
                </a:cubicBezTo>
                <a:cubicBezTo>
                  <a:pt x="1055285" y="6298337"/>
                  <a:pt x="1055285" y="6298337"/>
                  <a:pt x="1055285" y="6298337"/>
                </a:cubicBezTo>
                <a:cubicBezTo>
                  <a:pt x="1065753" y="6298337"/>
                  <a:pt x="1065753" y="6298337"/>
                  <a:pt x="1065753" y="6298337"/>
                </a:cubicBezTo>
                <a:cubicBezTo>
                  <a:pt x="1065753" y="6211373"/>
                  <a:pt x="1065753" y="6211373"/>
                  <a:pt x="1065753" y="6211373"/>
                </a:cubicBezTo>
                <a:cubicBezTo>
                  <a:pt x="1087080" y="6211373"/>
                  <a:pt x="1087080" y="6211373"/>
                  <a:pt x="1087080" y="6211373"/>
                </a:cubicBezTo>
                <a:cubicBezTo>
                  <a:pt x="1087080" y="6202001"/>
                  <a:pt x="1087080" y="6202001"/>
                  <a:pt x="1087080" y="6202001"/>
                </a:cubicBezTo>
                <a:cubicBezTo>
                  <a:pt x="1033587" y="6202001"/>
                  <a:pt x="1033587" y="6202001"/>
                  <a:pt x="1033587" y="6202001"/>
                </a:cubicBezTo>
                <a:close/>
                <a:moveTo>
                  <a:pt x="992430" y="6202001"/>
                </a:moveTo>
                <a:lnTo>
                  <a:pt x="992430" y="6298337"/>
                </a:lnTo>
                <a:cubicBezTo>
                  <a:pt x="1002907" y="6298337"/>
                  <a:pt x="1002907" y="6298337"/>
                  <a:pt x="1002907" y="6298337"/>
                </a:cubicBezTo>
                <a:cubicBezTo>
                  <a:pt x="1002907" y="6202001"/>
                  <a:pt x="1002907" y="6202001"/>
                  <a:pt x="1002907" y="6202001"/>
                </a:cubicBezTo>
                <a:cubicBezTo>
                  <a:pt x="992430" y="6202001"/>
                  <a:pt x="992430" y="6202001"/>
                  <a:pt x="992430" y="6202001"/>
                </a:cubicBezTo>
                <a:close/>
                <a:moveTo>
                  <a:pt x="905263" y="6202001"/>
                </a:moveTo>
                <a:cubicBezTo>
                  <a:pt x="905263" y="6270219"/>
                  <a:pt x="905263" y="6270219"/>
                  <a:pt x="905263" y="6270219"/>
                </a:cubicBezTo>
                <a:cubicBezTo>
                  <a:pt x="905263" y="6287840"/>
                  <a:pt x="911997" y="6299832"/>
                  <a:pt x="931451" y="6299832"/>
                </a:cubicBezTo>
                <a:cubicBezTo>
                  <a:pt x="951653" y="6299832"/>
                  <a:pt x="958386" y="6287087"/>
                  <a:pt x="958386" y="6269466"/>
                </a:cubicBezTo>
                <a:cubicBezTo>
                  <a:pt x="958386" y="6202001"/>
                  <a:pt x="958386" y="6202001"/>
                  <a:pt x="958386" y="6202001"/>
                </a:cubicBezTo>
                <a:cubicBezTo>
                  <a:pt x="947912" y="6202001"/>
                  <a:pt x="947912" y="6202001"/>
                  <a:pt x="947912" y="6202001"/>
                </a:cubicBezTo>
                <a:lnTo>
                  <a:pt x="947912" y="6269466"/>
                </a:lnTo>
                <a:cubicBezTo>
                  <a:pt x="947912" y="6281840"/>
                  <a:pt x="944545" y="6290459"/>
                  <a:pt x="931825" y="6290459"/>
                </a:cubicBezTo>
                <a:cubicBezTo>
                  <a:pt x="919105" y="6290459"/>
                  <a:pt x="916113" y="6279963"/>
                  <a:pt x="916113" y="6269466"/>
                </a:cubicBezTo>
                <a:cubicBezTo>
                  <a:pt x="916113" y="6202001"/>
                  <a:pt x="916113" y="6202001"/>
                  <a:pt x="916113" y="6202001"/>
                </a:cubicBezTo>
                <a:cubicBezTo>
                  <a:pt x="905263" y="6202001"/>
                  <a:pt x="905263" y="6202001"/>
                  <a:pt x="905263" y="6202001"/>
                </a:cubicBezTo>
                <a:close/>
                <a:moveTo>
                  <a:pt x="824829" y="6202001"/>
                </a:moveTo>
                <a:lnTo>
                  <a:pt x="824829" y="6211373"/>
                </a:lnTo>
                <a:cubicBezTo>
                  <a:pt x="846153" y="6211373"/>
                  <a:pt x="846153" y="6211373"/>
                  <a:pt x="846153" y="6211373"/>
                </a:cubicBezTo>
                <a:cubicBezTo>
                  <a:pt x="846153" y="6298337"/>
                  <a:pt x="846153" y="6298337"/>
                  <a:pt x="846153" y="6298337"/>
                </a:cubicBezTo>
                <a:cubicBezTo>
                  <a:pt x="857002" y="6298337"/>
                  <a:pt x="857002" y="6298337"/>
                  <a:pt x="857002" y="6298337"/>
                </a:cubicBezTo>
                <a:cubicBezTo>
                  <a:pt x="857002" y="6211373"/>
                  <a:pt x="857002" y="6211373"/>
                  <a:pt x="857002" y="6211373"/>
                </a:cubicBezTo>
                <a:cubicBezTo>
                  <a:pt x="878327" y="6211373"/>
                  <a:pt x="878327" y="6211373"/>
                  <a:pt x="878327" y="6211373"/>
                </a:cubicBezTo>
                <a:cubicBezTo>
                  <a:pt x="878327" y="6202001"/>
                  <a:pt x="878327" y="6202001"/>
                  <a:pt x="878327" y="6202001"/>
                </a:cubicBezTo>
                <a:cubicBezTo>
                  <a:pt x="824829" y="6202001"/>
                  <a:pt x="824829" y="6202001"/>
                  <a:pt x="824829" y="6202001"/>
                </a:cubicBezTo>
                <a:close/>
                <a:moveTo>
                  <a:pt x="697631" y="6202001"/>
                </a:moveTo>
                <a:lnTo>
                  <a:pt x="697631" y="6298337"/>
                </a:lnTo>
                <a:cubicBezTo>
                  <a:pt x="697631" y="6298337"/>
                  <a:pt x="697631" y="6298337"/>
                  <a:pt x="708107" y="6298337"/>
                </a:cubicBezTo>
                <a:cubicBezTo>
                  <a:pt x="708107" y="6298337"/>
                  <a:pt x="708107" y="6298337"/>
                  <a:pt x="708107" y="6202001"/>
                </a:cubicBezTo>
                <a:cubicBezTo>
                  <a:pt x="708107" y="6202001"/>
                  <a:pt x="708107" y="6202001"/>
                  <a:pt x="697631" y="6202001"/>
                </a:cubicBezTo>
                <a:close/>
                <a:moveTo>
                  <a:pt x="744021" y="6201629"/>
                </a:moveTo>
                <a:cubicBezTo>
                  <a:pt x="744021" y="6297955"/>
                  <a:pt x="744021" y="6297955"/>
                  <a:pt x="744021" y="6297955"/>
                </a:cubicBezTo>
                <a:cubicBezTo>
                  <a:pt x="754122" y="6297955"/>
                  <a:pt x="754122" y="6297955"/>
                  <a:pt x="754122" y="6297955"/>
                </a:cubicBezTo>
                <a:cubicBezTo>
                  <a:pt x="754122" y="6260475"/>
                  <a:pt x="754122" y="6260475"/>
                  <a:pt x="754122" y="6260475"/>
                </a:cubicBezTo>
                <a:cubicBezTo>
                  <a:pt x="754122" y="6243234"/>
                  <a:pt x="753748" y="6227490"/>
                  <a:pt x="753000" y="6215498"/>
                </a:cubicBezTo>
                <a:cubicBezTo>
                  <a:pt x="753373" y="6215498"/>
                  <a:pt x="753373" y="6215498"/>
                  <a:pt x="753373" y="6215498"/>
                </a:cubicBezTo>
                <a:cubicBezTo>
                  <a:pt x="753373" y="6215498"/>
                  <a:pt x="753373" y="6215498"/>
                  <a:pt x="753373" y="6215869"/>
                </a:cubicBezTo>
                <a:cubicBezTo>
                  <a:pt x="753373" y="6216250"/>
                  <a:pt x="753748" y="6216993"/>
                  <a:pt x="754122" y="6218117"/>
                </a:cubicBezTo>
                <a:cubicBezTo>
                  <a:pt x="760856" y="6234233"/>
                  <a:pt x="787044" y="6297955"/>
                  <a:pt x="787044" y="6297955"/>
                </a:cubicBezTo>
                <a:cubicBezTo>
                  <a:pt x="799389" y="6297955"/>
                  <a:pt x="799389" y="6297955"/>
                  <a:pt x="799389" y="6297955"/>
                </a:cubicBezTo>
                <a:cubicBezTo>
                  <a:pt x="799389" y="6201629"/>
                  <a:pt x="799389" y="6201629"/>
                  <a:pt x="799389" y="6201629"/>
                </a:cubicBezTo>
                <a:cubicBezTo>
                  <a:pt x="789663" y="6201629"/>
                  <a:pt x="789663" y="6201629"/>
                  <a:pt x="789663" y="6201629"/>
                </a:cubicBezTo>
                <a:lnTo>
                  <a:pt x="789663" y="6238739"/>
                </a:lnTo>
                <a:cubicBezTo>
                  <a:pt x="789663" y="6254474"/>
                  <a:pt x="789663" y="6268723"/>
                  <a:pt x="790410" y="6281840"/>
                </a:cubicBezTo>
                <a:cubicBezTo>
                  <a:pt x="790037" y="6281087"/>
                  <a:pt x="790037" y="6280344"/>
                  <a:pt x="789288" y="6279220"/>
                </a:cubicBezTo>
                <a:cubicBezTo>
                  <a:pt x="780684" y="6255979"/>
                  <a:pt x="757115" y="6201629"/>
                  <a:pt x="757115" y="6201629"/>
                </a:cubicBezTo>
                <a:cubicBezTo>
                  <a:pt x="744021" y="6201629"/>
                  <a:pt x="744021" y="6201629"/>
                  <a:pt x="744021" y="6201629"/>
                </a:cubicBezTo>
                <a:close/>
                <a:moveTo>
                  <a:pt x="997669" y="6148023"/>
                </a:moveTo>
                <a:cubicBezTo>
                  <a:pt x="1003650" y="6148023"/>
                  <a:pt x="1008517" y="6152899"/>
                  <a:pt x="1008517" y="6158900"/>
                </a:cubicBezTo>
                <a:cubicBezTo>
                  <a:pt x="1008517" y="6164891"/>
                  <a:pt x="1003650" y="6169768"/>
                  <a:pt x="997669" y="6169768"/>
                </a:cubicBezTo>
                <a:cubicBezTo>
                  <a:pt x="991687" y="6169768"/>
                  <a:pt x="986820" y="6164891"/>
                  <a:pt x="986820" y="6158900"/>
                </a:cubicBezTo>
                <a:cubicBezTo>
                  <a:pt x="986820" y="6152899"/>
                  <a:pt x="991687" y="6148023"/>
                  <a:pt x="997669" y="6148023"/>
                </a:cubicBezTo>
                <a:close/>
                <a:moveTo>
                  <a:pt x="997669" y="6137907"/>
                </a:moveTo>
                <a:cubicBezTo>
                  <a:pt x="986067" y="6137907"/>
                  <a:pt x="976714" y="6147280"/>
                  <a:pt x="976714" y="6158900"/>
                </a:cubicBezTo>
                <a:cubicBezTo>
                  <a:pt x="976714" y="6170521"/>
                  <a:pt x="986067" y="6180265"/>
                  <a:pt x="997669" y="6180265"/>
                </a:cubicBezTo>
                <a:cubicBezTo>
                  <a:pt x="1009270" y="6180265"/>
                  <a:pt x="1018623" y="6170521"/>
                  <a:pt x="1018623" y="6158900"/>
                </a:cubicBezTo>
                <a:cubicBezTo>
                  <a:pt x="1018623" y="6147280"/>
                  <a:pt x="1009270" y="6137907"/>
                  <a:pt x="997669" y="6137907"/>
                </a:cubicBezTo>
                <a:close/>
                <a:moveTo>
                  <a:pt x="0" y="0"/>
                </a:moveTo>
                <a:lnTo>
                  <a:pt x="12207876" y="0"/>
                </a:lnTo>
                <a:lnTo>
                  <a:pt x="12207876" y="6875463"/>
                </a:lnTo>
                <a:lnTo>
                  <a:pt x="0" y="687546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74320" bIns="640080" anchor="ctr">
            <a:noAutofit/>
          </a:bodyPr>
          <a:lstStyle>
            <a:lvl1pPr algn="ctr">
              <a:tabLst>
                <a:tab pos="9836150" algn="l"/>
              </a:tabLst>
              <a:defRPr>
                <a:solidFill>
                  <a:srgbClr val="87888F"/>
                </a:solidFill>
              </a:defRPr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7D0F6-87F5-2B32-AD5F-29819EBE40C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5067DB2-00C4-F35B-1496-584FC658C4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0300" y="0"/>
            <a:ext cx="5978525" cy="6858000"/>
          </a:xfrm>
          <a:gradFill>
            <a:gsLst>
              <a:gs pos="99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0" scaled="1"/>
          </a:gradFill>
        </p:spPr>
        <p:txBody>
          <a:bodyPr lIns="640080" rIns="685800" anchor="ctr" anchorCtr="0">
            <a:noAutofit/>
          </a:bodyPr>
          <a:lstStyle>
            <a:lvl1pPr>
              <a:lnSpc>
                <a:spcPct val="91000"/>
              </a:lnSpc>
              <a:defRPr sz="4400" spc="-10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Font typeface="Arial" panose="020B0604020202020204" pitchFamily="34" charset="0"/>
              <a:buChar char="​"/>
              <a:defRPr lang="en-US" sz="1800" kern="1200" spc="-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>
              <a:spcBef>
                <a:spcPts val="300"/>
              </a:spcBef>
              <a:buFont typeface="Arial" panose="020B0604020202020204" pitchFamily="34" charset="0"/>
              <a:buNone/>
              <a:defRPr sz="1800" b="0" spc="-30" baseline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spc="-30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800" b="0" spc="-30" baseline="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800" b="0" spc="-3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800" b="0" spc="-30" baseline="0">
                <a:solidFill>
                  <a:schemeClr val="bg1"/>
                </a:solidFill>
                <a:latin typeface="+mj-lt"/>
              </a:defRPr>
            </a:lvl7pPr>
            <a:lvl8pPr marL="0" indent="0">
              <a:buFont typeface="Arial" panose="020B0604020202020204" pitchFamily="34" charset="0"/>
              <a:buChar char="​"/>
              <a:defRPr sz="1800" b="0" spc="-30">
                <a:solidFill>
                  <a:schemeClr val="bg1"/>
                </a:solidFill>
                <a:latin typeface="+mj-lt"/>
              </a:defRPr>
            </a:lvl8pPr>
            <a:lvl9pPr marL="0" indent="0">
              <a:spcAft>
                <a:spcPts val="600"/>
              </a:spcAft>
              <a:buFont typeface="Arial" panose="020B0604020202020204" pitchFamily="34" charset="0"/>
              <a:buChar char="​"/>
              <a:defRPr sz="1800" b="0" spc="-30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Full bleed video or image title (delete if not needed)</a:t>
            </a:r>
          </a:p>
          <a:p>
            <a:pPr lvl="1"/>
            <a:r>
              <a:rPr lang="en-US"/>
              <a:t>Subtitle (delete if not needed) </a:t>
            </a:r>
          </a:p>
        </p:txBody>
      </p:sp>
      <p:sp>
        <p:nvSpPr>
          <p:cNvPr id="13" name="Footnote Placeholder">
            <a:extLst>
              <a:ext uri="{FF2B5EF4-FFF2-40B4-BE49-F238E27FC236}">
                <a16:creationId xmlns:a16="http://schemas.microsoft.com/office/drawing/2014/main" id="{679DE4FA-F0DB-4270-AF9C-8C8E87FA59B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5839856"/>
            <a:ext cx="10817225" cy="18565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 sz="900">
                <a:solidFill>
                  <a:schemeClr val="bg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>
                <a:solidFill>
                  <a:schemeClr val="bg1"/>
                </a:solidFill>
                <a:latin typeface="+mn-lt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/>
                </a:solidFill>
                <a:latin typeface="+mn-lt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/>
                </a:solidFill>
                <a:latin typeface="+mn-lt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/>
                </a:solidFill>
                <a:latin typeface="+mn-lt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/>
                </a:solidFill>
                <a:latin typeface="+mn-lt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800" b="0">
                <a:solidFill>
                  <a:schemeClr val="bg1"/>
                </a:solidFill>
                <a:latin typeface="+mn-lt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>
                <a:solidFill>
                  <a:schemeClr val="bg1"/>
                </a:solidFill>
                <a:latin typeface="+mn-lt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Footnote placeholder (delete if not needed)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AF79C-FB39-34F8-99BC-704424DC44A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84257-B0DF-E378-5702-B7AE505C74F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45291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laimer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497665FE-238D-4898-9EB0-73B1909B1E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127760"/>
            <a:ext cx="10817225" cy="4739640"/>
          </a:xfrm>
          <a:prstGeom prst="rect">
            <a:avLst/>
          </a:prstGeom>
        </p:spPr>
        <p:txBody>
          <a:bodyPr numCol="2" spcCol="228600">
            <a:noAutofit/>
          </a:bodyPr>
          <a:lstStyle>
            <a:lvl1pPr marL="0" indent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000" b="1">
                <a:solidFill>
                  <a:schemeClr val="tx1"/>
                </a:solidFill>
              </a:defRPr>
            </a:lvl1pPr>
            <a:lvl2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tx1"/>
                </a:solidFill>
              </a:defRPr>
            </a:lvl2pPr>
            <a:lvl3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tx1"/>
                </a:solidFill>
              </a:defRPr>
            </a:lvl4pPr>
            <a:lvl5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tx1"/>
                </a:solidFill>
              </a:defRPr>
            </a:lvl5pPr>
            <a:lvl6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tx1"/>
                </a:solidFill>
                <a:latin typeface="+mj-lt"/>
              </a:defRPr>
            </a:lvl6pPr>
            <a:lvl7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tx1"/>
                </a:solidFill>
                <a:latin typeface="+mj-lt"/>
              </a:defRPr>
            </a:lvl7pPr>
            <a:lvl8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tx1"/>
                </a:solidFill>
                <a:latin typeface="+mj-lt"/>
              </a:defRPr>
            </a:lvl8pPr>
            <a:lvl9pPr marL="0" indent="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9B72F-8869-2B9D-2FB4-3C24C60040AB}"/>
              </a:ext>
            </a:extLst>
          </p:cNvPr>
          <p:cNvSpPr txBox="1"/>
          <p:nvPr/>
        </p:nvSpPr>
        <p:spPr>
          <a:xfrm>
            <a:off x="685800" y="640449"/>
            <a:ext cx="2992967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600"/>
              <a:t>Important safety information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DF26A-2534-4C20-4370-0E16433D4A7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9A711F7-A775-D66D-2D31-DCD5901963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C0F121-3837-2B31-72D8-575AAD91FD0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3D1472-8F62-E3E4-E351-6839EA74B96B}"/>
              </a:ext>
            </a:extLst>
          </p:cNvPr>
          <p:cNvSpPr txBox="1"/>
          <p:nvPr userDrawn="1"/>
        </p:nvSpPr>
        <p:spPr>
          <a:xfrm>
            <a:off x="685800" y="640449"/>
            <a:ext cx="2992967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600"/>
              <a:t>Important safety information</a:t>
            </a:r>
          </a:p>
        </p:txBody>
      </p:sp>
    </p:spTree>
    <p:extLst>
      <p:ext uri="{BB962C8B-B14F-4D97-AF65-F5344CB8AC3E}">
        <p14:creationId xmlns:p14="http://schemas.microsoft.com/office/powerpoint/2010/main" val="149226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3FEEE13E-6A44-4910-B76E-5B3A4DBEE3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137920"/>
            <a:ext cx="10817225" cy="4729480"/>
          </a:xfrm>
          <a:prstGeom prst="rect">
            <a:avLst/>
          </a:prstGeom>
        </p:spPr>
        <p:txBody>
          <a:bodyPr numCol="2" spcCol="228600">
            <a:noAutofit/>
          </a:bodyPr>
          <a:lstStyle>
            <a:lvl1pPr marL="137160" indent="-13716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000" b="0" spc="0">
                <a:solidFill>
                  <a:schemeClr val="tx1"/>
                </a:solidFill>
                <a:latin typeface="+mn-lt"/>
              </a:defRPr>
            </a:lvl1pPr>
            <a:lvl2pPr marL="137160" indent="-13716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000" b="0" spc="0">
                <a:solidFill>
                  <a:schemeClr val="tx1"/>
                </a:solidFill>
                <a:latin typeface="+mn-lt"/>
              </a:defRPr>
            </a:lvl2pPr>
            <a:lvl3pPr marL="137160" indent="-13716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000" b="0" spc="0">
                <a:solidFill>
                  <a:schemeClr val="tx1"/>
                </a:solidFill>
                <a:latin typeface="+mn-lt"/>
              </a:defRPr>
            </a:lvl3pPr>
            <a:lvl4pPr marL="137160" indent="-13716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000" b="0" spc="0">
                <a:solidFill>
                  <a:schemeClr val="tx1"/>
                </a:solidFill>
                <a:latin typeface="+mn-lt"/>
              </a:defRPr>
            </a:lvl4pPr>
            <a:lvl5pPr marL="137160" indent="-13716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000" b="0" spc="0">
                <a:solidFill>
                  <a:schemeClr val="tx1"/>
                </a:solidFill>
                <a:latin typeface="+mn-lt"/>
              </a:defRPr>
            </a:lvl5pPr>
            <a:lvl6pPr marL="137160" indent="-13716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000" b="0" spc="0">
                <a:solidFill>
                  <a:schemeClr val="tx1"/>
                </a:solidFill>
                <a:latin typeface="+mn-lt"/>
              </a:defRPr>
            </a:lvl6pPr>
            <a:lvl7pPr marL="137160" indent="-13716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000" b="0" spc="0">
                <a:solidFill>
                  <a:schemeClr val="tx1"/>
                </a:solidFill>
                <a:latin typeface="+mn-lt"/>
              </a:defRPr>
            </a:lvl7pPr>
            <a:lvl8pPr marL="137160" indent="-13716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000" b="0" spc="0">
                <a:solidFill>
                  <a:schemeClr val="tx1"/>
                </a:solidFill>
                <a:latin typeface="+mn-lt"/>
              </a:defRPr>
            </a:lvl8pPr>
            <a:lvl9pPr marL="137160" indent="-13716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000" b="0" spc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CB2E5-2997-C570-EB70-A27B8C896B40}"/>
              </a:ext>
            </a:extLst>
          </p:cNvPr>
          <p:cNvSpPr txBox="1"/>
          <p:nvPr/>
        </p:nvSpPr>
        <p:spPr>
          <a:xfrm>
            <a:off x="685800" y="640449"/>
            <a:ext cx="2992967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600"/>
              <a:t>References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1EAB9-4271-DC53-87C5-A3405D68781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MATXXXXX vX US XX/202X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976D57-D21F-20A3-EAB7-7F4431EFFCB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7D4D006-83FC-0776-2861-C61FD3CCC2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D399F5-533B-50AB-45D4-DF46716258C1}"/>
              </a:ext>
            </a:extLst>
          </p:cNvPr>
          <p:cNvSpPr txBox="1"/>
          <p:nvPr userDrawn="1"/>
        </p:nvSpPr>
        <p:spPr>
          <a:xfrm>
            <a:off x="685800" y="640449"/>
            <a:ext cx="2992967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60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62334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(Blue)">
    <p:bg>
      <p:bgPr>
        <a:gradFill flip="none" rotWithShape="1">
          <a:gsLst>
            <a:gs pos="100000">
              <a:schemeClr val="accent4"/>
            </a:gs>
            <a:gs pos="53000">
              <a:schemeClr val="accent1"/>
            </a:gs>
            <a:gs pos="3000">
              <a:srgbClr val="0E144C"/>
            </a:gs>
          </a:gsLst>
          <a:lin ang="17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9CD9BC-97F6-E0C9-93F3-D969F04ED2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305" y="0"/>
            <a:ext cx="12164695" cy="685799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A9389-E5EB-409A-C2D0-297A936E2B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6104" y="5522608"/>
            <a:ext cx="4180742" cy="246221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  <a:lvl2pPr marL="0" indent="0" algn="ctr">
              <a:buNone/>
              <a:defRPr>
                <a:solidFill>
                  <a:srgbClr val="8CABFF"/>
                </a:solidFill>
              </a:defRPr>
            </a:lvl2pPr>
            <a:lvl3pPr marL="120650" indent="0" algn="ctr">
              <a:buNone/>
              <a:defRPr>
                <a:solidFill>
                  <a:srgbClr val="8CABFF"/>
                </a:solidFill>
              </a:defRPr>
            </a:lvl3pPr>
            <a:lvl4pPr marL="247650" indent="0" algn="ctr">
              <a:buNone/>
              <a:defRPr>
                <a:solidFill>
                  <a:srgbClr val="8CABFF"/>
                </a:solidFill>
              </a:defRPr>
            </a:lvl4pPr>
            <a:lvl5pPr algn="ctr">
              <a:buNone/>
              <a:defRPr>
                <a:solidFill>
                  <a:srgbClr val="8CABFF"/>
                </a:solidFill>
              </a:defRPr>
            </a:lvl5pPr>
          </a:lstStyle>
          <a:p>
            <a:pPr lvl="0"/>
            <a:r>
              <a:rPr lang="en-US"/>
              <a:t>Add region-specific corporate URL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DC61E23-40E0-1B75-0054-69E4A2C3174D}"/>
              </a:ext>
            </a:extLst>
          </p:cNvPr>
          <p:cNvSpPr>
            <a:spLocks noEditPoints="1"/>
          </p:cNvSpPr>
          <p:nvPr/>
        </p:nvSpPr>
        <p:spPr bwMode="auto">
          <a:xfrm>
            <a:off x="4711700" y="2838051"/>
            <a:ext cx="2762250" cy="753662"/>
          </a:xfrm>
          <a:custGeom>
            <a:avLst/>
            <a:gdLst>
              <a:gd name="T0" fmla="*/ 28 w 1604"/>
              <a:gd name="T1" fmla="*/ 171 h 432"/>
              <a:gd name="T2" fmla="*/ 0 w 1604"/>
              <a:gd name="T3" fmla="*/ 428 h 432"/>
              <a:gd name="T4" fmla="*/ 340 w 1604"/>
              <a:gd name="T5" fmla="*/ 196 h 432"/>
              <a:gd name="T6" fmla="*/ 397 w 1604"/>
              <a:gd name="T7" fmla="*/ 428 h 432"/>
              <a:gd name="T8" fmla="*/ 426 w 1604"/>
              <a:gd name="T9" fmla="*/ 196 h 432"/>
              <a:gd name="T10" fmla="*/ 483 w 1604"/>
              <a:gd name="T11" fmla="*/ 171 h 432"/>
              <a:gd name="T12" fmla="*/ 340 w 1604"/>
              <a:gd name="T13" fmla="*/ 196 h 432"/>
              <a:gd name="T14" fmla="*/ 626 w 1604"/>
              <a:gd name="T15" fmla="*/ 407 h 432"/>
              <a:gd name="T16" fmla="*/ 584 w 1604"/>
              <a:gd name="T17" fmla="*/ 171 h 432"/>
              <a:gd name="T18" fmla="*/ 555 w 1604"/>
              <a:gd name="T19" fmla="*/ 353 h 432"/>
              <a:gd name="T20" fmla="*/ 697 w 1604"/>
              <a:gd name="T21" fmla="*/ 351 h 432"/>
              <a:gd name="T22" fmla="*/ 669 w 1604"/>
              <a:gd name="T23" fmla="*/ 171 h 432"/>
              <a:gd name="T24" fmla="*/ 898 w 1604"/>
              <a:gd name="T25" fmla="*/ 196 h 432"/>
              <a:gd name="T26" fmla="*/ 956 w 1604"/>
              <a:gd name="T27" fmla="*/ 428 h 432"/>
              <a:gd name="T28" fmla="*/ 984 w 1604"/>
              <a:gd name="T29" fmla="*/ 196 h 432"/>
              <a:gd name="T30" fmla="*/ 1041 w 1604"/>
              <a:gd name="T31" fmla="*/ 171 h 432"/>
              <a:gd name="T32" fmla="*/ 898 w 1604"/>
              <a:gd name="T33" fmla="*/ 196 h 432"/>
              <a:gd name="T34" fmla="*/ 1155 w 1604"/>
              <a:gd name="T35" fmla="*/ 428 h 432"/>
              <a:gd name="T36" fmla="*/ 1127 w 1604"/>
              <a:gd name="T37" fmla="*/ 171 h 432"/>
              <a:gd name="T38" fmla="*/ 1345 w 1604"/>
              <a:gd name="T39" fmla="*/ 292 h 432"/>
              <a:gd name="T40" fmla="*/ 1320 w 1604"/>
              <a:gd name="T41" fmla="*/ 398 h 432"/>
              <a:gd name="T42" fmla="*/ 1270 w 1604"/>
              <a:gd name="T43" fmla="*/ 171 h 432"/>
              <a:gd name="T44" fmla="*/ 1303 w 1604"/>
              <a:gd name="T45" fmla="*/ 428 h 432"/>
              <a:gd name="T46" fmla="*/ 1403 w 1604"/>
              <a:gd name="T47" fmla="*/ 171 h 432"/>
              <a:gd name="T48" fmla="*/ 1345 w 1604"/>
              <a:gd name="T49" fmla="*/ 292 h 432"/>
              <a:gd name="T50" fmla="*/ 1604 w 1604"/>
              <a:gd name="T51" fmla="*/ 171 h 432"/>
              <a:gd name="T52" fmla="*/ 1485 w 1604"/>
              <a:gd name="T53" fmla="*/ 428 h 432"/>
              <a:gd name="T54" fmla="*/ 1604 w 1604"/>
              <a:gd name="T55" fmla="*/ 403 h 432"/>
              <a:gd name="T56" fmla="*/ 1513 w 1604"/>
              <a:gd name="T57" fmla="*/ 304 h 432"/>
              <a:gd name="T58" fmla="*/ 1598 w 1604"/>
              <a:gd name="T59" fmla="*/ 279 h 432"/>
              <a:gd name="T60" fmla="*/ 1513 w 1604"/>
              <a:gd name="T61" fmla="*/ 196 h 432"/>
              <a:gd name="T62" fmla="*/ 788 w 1604"/>
              <a:gd name="T63" fmla="*/ 428 h 432"/>
              <a:gd name="T64" fmla="*/ 816 w 1604"/>
              <a:gd name="T65" fmla="*/ 171 h 432"/>
              <a:gd name="T66" fmla="*/ 788 w 1604"/>
              <a:gd name="T67" fmla="*/ 428 h 432"/>
              <a:gd name="T68" fmla="*/ 248 w 1604"/>
              <a:gd name="T69" fmla="*/ 384 h 432"/>
              <a:gd name="T70" fmla="*/ 245 w 1604"/>
              <a:gd name="T71" fmla="*/ 377 h 432"/>
              <a:gd name="T72" fmla="*/ 124 w 1604"/>
              <a:gd name="T73" fmla="*/ 170 h 432"/>
              <a:gd name="T74" fmla="*/ 151 w 1604"/>
              <a:gd name="T75" fmla="*/ 427 h 432"/>
              <a:gd name="T76" fmla="*/ 148 w 1604"/>
              <a:gd name="T77" fmla="*/ 207 h 432"/>
              <a:gd name="T78" fmla="*/ 149 w 1604"/>
              <a:gd name="T79" fmla="*/ 208 h 432"/>
              <a:gd name="T80" fmla="*/ 239 w 1604"/>
              <a:gd name="T81" fmla="*/ 427 h 432"/>
              <a:gd name="T82" fmla="*/ 272 w 1604"/>
              <a:gd name="T83" fmla="*/ 170 h 432"/>
              <a:gd name="T84" fmla="*/ 246 w 1604"/>
              <a:gd name="T85" fmla="*/ 269 h 432"/>
              <a:gd name="T86" fmla="*/ 802 w 1604"/>
              <a:gd name="T87" fmla="*/ 113 h 432"/>
              <a:gd name="T88" fmla="*/ 802 w 1604"/>
              <a:gd name="T89" fmla="*/ 0 h 432"/>
              <a:gd name="T90" fmla="*/ 831 w 1604"/>
              <a:gd name="T91" fmla="*/ 56 h 432"/>
              <a:gd name="T92" fmla="*/ 773 w 1604"/>
              <a:gd name="T93" fmla="*/ 56 h 432"/>
              <a:gd name="T94" fmla="*/ 831 w 1604"/>
              <a:gd name="T95" fmla="*/ 56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04" h="432">
                <a:moveTo>
                  <a:pt x="0" y="171"/>
                </a:moveTo>
                <a:cubicBezTo>
                  <a:pt x="28" y="171"/>
                  <a:pt x="28" y="171"/>
                  <a:pt x="28" y="171"/>
                </a:cubicBezTo>
                <a:cubicBezTo>
                  <a:pt x="28" y="428"/>
                  <a:pt x="28" y="428"/>
                  <a:pt x="28" y="428"/>
                </a:cubicBezTo>
                <a:cubicBezTo>
                  <a:pt x="0" y="428"/>
                  <a:pt x="0" y="428"/>
                  <a:pt x="0" y="428"/>
                </a:cubicBezTo>
                <a:lnTo>
                  <a:pt x="0" y="171"/>
                </a:lnTo>
                <a:close/>
                <a:moveTo>
                  <a:pt x="340" y="196"/>
                </a:moveTo>
                <a:cubicBezTo>
                  <a:pt x="397" y="196"/>
                  <a:pt x="397" y="196"/>
                  <a:pt x="397" y="196"/>
                </a:cubicBezTo>
                <a:cubicBezTo>
                  <a:pt x="397" y="428"/>
                  <a:pt x="397" y="428"/>
                  <a:pt x="397" y="428"/>
                </a:cubicBezTo>
                <a:cubicBezTo>
                  <a:pt x="426" y="428"/>
                  <a:pt x="426" y="428"/>
                  <a:pt x="426" y="428"/>
                </a:cubicBezTo>
                <a:cubicBezTo>
                  <a:pt x="426" y="196"/>
                  <a:pt x="426" y="196"/>
                  <a:pt x="426" y="196"/>
                </a:cubicBezTo>
                <a:cubicBezTo>
                  <a:pt x="483" y="196"/>
                  <a:pt x="483" y="196"/>
                  <a:pt x="483" y="196"/>
                </a:cubicBezTo>
                <a:cubicBezTo>
                  <a:pt x="483" y="171"/>
                  <a:pt x="483" y="171"/>
                  <a:pt x="483" y="171"/>
                </a:cubicBezTo>
                <a:cubicBezTo>
                  <a:pt x="340" y="171"/>
                  <a:pt x="340" y="171"/>
                  <a:pt x="340" y="171"/>
                </a:cubicBezTo>
                <a:lnTo>
                  <a:pt x="340" y="196"/>
                </a:lnTo>
                <a:close/>
                <a:moveTo>
                  <a:pt x="669" y="351"/>
                </a:moveTo>
                <a:cubicBezTo>
                  <a:pt x="669" y="384"/>
                  <a:pt x="660" y="407"/>
                  <a:pt x="626" y="407"/>
                </a:cubicBezTo>
                <a:cubicBezTo>
                  <a:pt x="592" y="407"/>
                  <a:pt x="584" y="379"/>
                  <a:pt x="584" y="351"/>
                </a:cubicBezTo>
                <a:cubicBezTo>
                  <a:pt x="584" y="171"/>
                  <a:pt x="584" y="171"/>
                  <a:pt x="584" y="171"/>
                </a:cubicBezTo>
                <a:cubicBezTo>
                  <a:pt x="555" y="171"/>
                  <a:pt x="555" y="171"/>
                  <a:pt x="555" y="171"/>
                </a:cubicBezTo>
                <a:cubicBezTo>
                  <a:pt x="555" y="353"/>
                  <a:pt x="555" y="353"/>
                  <a:pt x="555" y="353"/>
                </a:cubicBezTo>
                <a:cubicBezTo>
                  <a:pt x="555" y="400"/>
                  <a:pt x="573" y="432"/>
                  <a:pt x="625" y="432"/>
                </a:cubicBezTo>
                <a:cubicBezTo>
                  <a:pt x="679" y="432"/>
                  <a:pt x="697" y="398"/>
                  <a:pt x="697" y="351"/>
                </a:cubicBezTo>
                <a:cubicBezTo>
                  <a:pt x="697" y="171"/>
                  <a:pt x="697" y="171"/>
                  <a:pt x="697" y="171"/>
                </a:cubicBezTo>
                <a:cubicBezTo>
                  <a:pt x="669" y="171"/>
                  <a:pt x="669" y="171"/>
                  <a:pt x="669" y="171"/>
                </a:cubicBezTo>
                <a:lnTo>
                  <a:pt x="669" y="351"/>
                </a:lnTo>
                <a:close/>
                <a:moveTo>
                  <a:pt x="898" y="196"/>
                </a:moveTo>
                <a:cubicBezTo>
                  <a:pt x="956" y="196"/>
                  <a:pt x="956" y="196"/>
                  <a:pt x="956" y="196"/>
                </a:cubicBezTo>
                <a:cubicBezTo>
                  <a:pt x="956" y="428"/>
                  <a:pt x="956" y="428"/>
                  <a:pt x="956" y="428"/>
                </a:cubicBezTo>
                <a:cubicBezTo>
                  <a:pt x="984" y="428"/>
                  <a:pt x="984" y="428"/>
                  <a:pt x="984" y="428"/>
                </a:cubicBezTo>
                <a:cubicBezTo>
                  <a:pt x="984" y="196"/>
                  <a:pt x="984" y="196"/>
                  <a:pt x="984" y="196"/>
                </a:cubicBezTo>
                <a:cubicBezTo>
                  <a:pt x="1041" y="196"/>
                  <a:pt x="1041" y="196"/>
                  <a:pt x="1041" y="196"/>
                </a:cubicBezTo>
                <a:cubicBezTo>
                  <a:pt x="1041" y="171"/>
                  <a:pt x="1041" y="171"/>
                  <a:pt x="1041" y="171"/>
                </a:cubicBezTo>
                <a:cubicBezTo>
                  <a:pt x="898" y="171"/>
                  <a:pt x="898" y="171"/>
                  <a:pt x="898" y="171"/>
                </a:cubicBezTo>
                <a:lnTo>
                  <a:pt x="898" y="196"/>
                </a:lnTo>
                <a:close/>
                <a:moveTo>
                  <a:pt x="1127" y="428"/>
                </a:moveTo>
                <a:cubicBezTo>
                  <a:pt x="1155" y="428"/>
                  <a:pt x="1155" y="428"/>
                  <a:pt x="1155" y="428"/>
                </a:cubicBezTo>
                <a:cubicBezTo>
                  <a:pt x="1155" y="171"/>
                  <a:pt x="1155" y="171"/>
                  <a:pt x="1155" y="171"/>
                </a:cubicBezTo>
                <a:cubicBezTo>
                  <a:pt x="1127" y="171"/>
                  <a:pt x="1127" y="171"/>
                  <a:pt x="1127" y="171"/>
                </a:cubicBezTo>
                <a:lnTo>
                  <a:pt x="1127" y="428"/>
                </a:lnTo>
                <a:close/>
                <a:moveTo>
                  <a:pt x="1345" y="292"/>
                </a:moveTo>
                <a:cubicBezTo>
                  <a:pt x="1336" y="329"/>
                  <a:pt x="1323" y="376"/>
                  <a:pt x="1320" y="398"/>
                </a:cubicBezTo>
                <a:cubicBezTo>
                  <a:pt x="1320" y="398"/>
                  <a:pt x="1320" y="398"/>
                  <a:pt x="1320" y="398"/>
                </a:cubicBezTo>
                <a:cubicBezTo>
                  <a:pt x="1316" y="373"/>
                  <a:pt x="1306" y="328"/>
                  <a:pt x="1298" y="292"/>
                </a:cubicBezTo>
                <a:cubicBezTo>
                  <a:pt x="1270" y="171"/>
                  <a:pt x="1270" y="171"/>
                  <a:pt x="1270" y="171"/>
                </a:cubicBezTo>
                <a:cubicBezTo>
                  <a:pt x="1239" y="171"/>
                  <a:pt x="1239" y="171"/>
                  <a:pt x="1239" y="171"/>
                </a:cubicBezTo>
                <a:cubicBezTo>
                  <a:pt x="1303" y="428"/>
                  <a:pt x="1303" y="428"/>
                  <a:pt x="1303" y="428"/>
                </a:cubicBezTo>
                <a:cubicBezTo>
                  <a:pt x="1337" y="428"/>
                  <a:pt x="1337" y="428"/>
                  <a:pt x="1337" y="428"/>
                </a:cubicBezTo>
                <a:cubicBezTo>
                  <a:pt x="1403" y="171"/>
                  <a:pt x="1403" y="171"/>
                  <a:pt x="1403" y="171"/>
                </a:cubicBezTo>
                <a:cubicBezTo>
                  <a:pt x="1374" y="171"/>
                  <a:pt x="1374" y="171"/>
                  <a:pt x="1374" y="171"/>
                </a:cubicBezTo>
                <a:lnTo>
                  <a:pt x="1345" y="292"/>
                </a:lnTo>
                <a:close/>
                <a:moveTo>
                  <a:pt x="1604" y="196"/>
                </a:moveTo>
                <a:cubicBezTo>
                  <a:pt x="1604" y="171"/>
                  <a:pt x="1604" y="171"/>
                  <a:pt x="1604" y="171"/>
                </a:cubicBezTo>
                <a:cubicBezTo>
                  <a:pt x="1485" y="171"/>
                  <a:pt x="1485" y="171"/>
                  <a:pt x="1485" y="171"/>
                </a:cubicBezTo>
                <a:cubicBezTo>
                  <a:pt x="1485" y="428"/>
                  <a:pt x="1485" y="428"/>
                  <a:pt x="1485" y="428"/>
                </a:cubicBezTo>
                <a:cubicBezTo>
                  <a:pt x="1604" y="428"/>
                  <a:pt x="1604" y="428"/>
                  <a:pt x="1604" y="428"/>
                </a:cubicBezTo>
                <a:cubicBezTo>
                  <a:pt x="1604" y="403"/>
                  <a:pt x="1604" y="403"/>
                  <a:pt x="1604" y="403"/>
                </a:cubicBezTo>
                <a:cubicBezTo>
                  <a:pt x="1513" y="403"/>
                  <a:pt x="1513" y="403"/>
                  <a:pt x="1513" y="403"/>
                </a:cubicBezTo>
                <a:cubicBezTo>
                  <a:pt x="1513" y="304"/>
                  <a:pt x="1513" y="304"/>
                  <a:pt x="1513" y="304"/>
                </a:cubicBezTo>
                <a:cubicBezTo>
                  <a:pt x="1598" y="304"/>
                  <a:pt x="1598" y="304"/>
                  <a:pt x="1598" y="304"/>
                </a:cubicBezTo>
                <a:cubicBezTo>
                  <a:pt x="1598" y="279"/>
                  <a:pt x="1598" y="279"/>
                  <a:pt x="1598" y="279"/>
                </a:cubicBezTo>
                <a:cubicBezTo>
                  <a:pt x="1513" y="279"/>
                  <a:pt x="1513" y="279"/>
                  <a:pt x="1513" y="279"/>
                </a:cubicBezTo>
                <a:cubicBezTo>
                  <a:pt x="1513" y="196"/>
                  <a:pt x="1513" y="196"/>
                  <a:pt x="1513" y="196"/>
                </a:cubicBezTo>
                <a:lnTo>
                  <a:pt x="1604" y="196"/>
                </a:lnTo>
                <a:close/>
                <a:moveTo>
                  <a:pt x="788" y="428"/>
                </a:moveTo>
                <a:cubicBezTo>
                  <a:pt x="816" y="428"/>
                  <a:pt x="816" y="428"/>
                  <a:pt x="816" y="428"/>
                </a:cubicBezTo>
                <a:cubicBezTo>
                  <a:pt x="816" y="171"/>
                  <a:pt x="816" y="171"/>
                  <a:pt x="816" y="171"/>
                </a:cubicBezTo>
                <a:cubicBezTo>
                  <a:pt x="788" y="171"/>
                  <a:pt x="788" y="171"/>
                  <a:pt x="788" y="171"/>
                </a:cubicBezTo>
                <a:lnTo>
                  <a:pt x="788" y="428"/>
                </a:lnTo>
                <a:close/>
                <a:moveTo>
                  <a:pt x="246" y="269"/>
                </a:moveTo>
                <a:cubicBezTo>
                  <a:pt x="246" y="311"/>
                  <a:pt x="246" y="349"/>
                  <a:pt x="248" y="384"/>
                </a:cubicBezTo>
                <a:cubicBezTo>
                  <a:pt x="248" y="384"/>
                  <a:pt x="248" y="384"/>
                  <a:pt x="248" y="384"/>
                </a:cubicBezTo>
                <a:cubicBezTo>
                  <a:pt x="247" y="382"/>
                  <a:pt x="247" y="380"/>
                  <a:pt x="245" y="377"/>
                </a:cubicBezTo>
                <a:cubicBezTo>
                  <a:pt x="222" y="315"/>
                  <a:pt x="159" y="170"/>
                  <a:pt x="159" y="170"/>
                </a:cubicBezTo>
                <a:cubicBezTo>
                  <a:pt x="124" y="170"/>
                  <a:pt x="124" y="170"/>
                  <a:pt x="124" y="170"/>
                </a:cubicBezTo>
                <a:cubicBezTo>
                  <a:pt x="124" y="427"/>
                  <a:pt x="124" y="427"/>
                  <a:pt x="124" y="427"/>
                </a:cubicBezTo>
                <a:cubicBezTo>
                  <a:pt x="151" y="427"/>
                  <a:pt x="151" y="427"/>
                  <a:pt x="151" y="427"/>
                </a:cubicBezTo>
                <a:cubicBezTo>
                  <a:pt x="151" y="327"/>
                  <a:pt x="151" y="327"/>
                  <a:pt x="151" y="327"/>
                </a:cubicBezTo>
                <a:cubicBezTo>
                  <a:pt x="151" y="281"/>
                  <a:pt x="150" y="239"/>
                  <a:pt x="148" y="207"/>
                </a:cubicBezTo>
                <a:cubicBezTo>
                  <a:pt x="149" y="207"/>
                  <a:pt x="149" y="207"/>
                  <a:pt x="149" y="207"/>
                </a:cubicBezTo>
                <a:cubicBezTo>
                  <a:pt x="149" y="207"/>
                  <a:pt x="149" y="207"/>
                  <a:pt x="149" y="208"/>
                </a:cubicBezTo>
                <a:cubicBezTo>
                  <a:pt x="149" y="209"/>
                  <a:pt x="150" y="211"/>
                  <a:pt x="151" y="214"/>
                </a:cubicBezTo>
                <a:cubicBezTo>
                  <a:pt x="169" y="257"/>
                  <a:pt x="239" y="427"/>
                  <a:pt x="239" y="427"/>
                </a:cubicBezTo>
                <a:cubicBezTo>
                  <a:pt x="272" y="427"/>
                  <a:pt x="272" y="427"/>
                  <a:pt x="272" y="427"/>
                </a:cubicBezTo>
                <a:cubicBezTo>
                  <a:pt x="272" y="170"/>
                  <a:pt x="272" y="170"/>
                  <a:pt x="272" y="170"/>
                </a:cubicBezTo>
                <a:cubicBezTo>
                  <a:pt x="246" y="170"/>
                  <a:pt x="246" y="170"/>
                  <a:pt x="246" y="170"/>
                </a:cubicBezTo>
                <a:lnTo>
                  <a:pt x="246" y="269"/>
                </a:lnTo>
                <a:close/>
                <a:moveTo>
                  <a:pt x="858" y="56"/>
                </a:moveTo>
                <a:cubicBezTo>
                  <a:pt x="858" y="87"/>
                  <a:pt x="833" y="113"/>
                  <a:pt x="802" y="113"/>
                </a:cubicBezTo>
                <a:cubicBezTo>
                  <a:pt x="771" y="113"/>
                  <a:pt x="746" y="87"/>
                  <a:pt x="746" y="56"/>
                </a:cubicBezTo>
                <a:cubicBezTo>
                  <a:pt x="746" y="25"/>
                  <a:pt x="771" y="0"/>
                  <a:pt x="802" y="0"/>
                </a:cubicBezTo>
                <a:cubicBezTo>
                  <a:pt x="833" y="0"/>
                  <a:pt x="858" y="25"/>
                  <a:pt x="858" y="56"/>
                </a:cubicBezTo>
                <a:close/>
                <a:moveTo>
                  <a:pt x="831" y="56"/>
                </a:moveTo>
                <a:cubicBezTo>
                  <a:pt x="831" y="40"/>
                  <a:pt x="818" y="27"/>
                  <a:pt x="802" y="27"/>
                </a:cubicBezTo>
                <a:cubicBezTo>
                  <a:pt x="786" y="27"/>
                  <a:pt x="773" y="40"/>
                  <a:pt x="773" y="56"/>
                </a:cubicBezTo>
                <a:cubicBezTo>
                  <a:pt x="773" y="72"/>
                  <a:pt x="786" y="85"/>
                  <a:pt x="802" y="85"/>
                </a:cubicBezTo>
                <a:cubicBezTo>
                  <a:pt x="818" y="85"/>
                  <a:pt x="831" y="72"/>
                  <a:pt x="831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50790AB-9707-FEE3-02E8-1801607FE9E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711700" y="2838051"/>
            <a:ext cx="2762250" cy="753662"/>
          </a:xfrm>
          <a:custGeom>
            <a:avLst/>
            <a:gdLst>
              <a:gd name="T0" fmla="*/ 28 w 1604"/>
              <a:gd name="T1" fmla="*/ 171 h 432"/>
              <a:gd name="T2" fmla="*/ 0 w 1604"/>
              <a:gd name="T3" fmla="*/ 428 h 432"/>
              <a:gd name="T4" fmla="*/ 340 w 1604"/>
              <a:gd name="T5" fmla="*/ 196 h 432"/>
              <a:gd name="T6" fmla="*/ 397 w 1604"/>
              <a:gd name="T7" fmla="*/ 428 h 432"/>
              <a:gd name="T8" fmla="*/ 426 w 1604"/>
              <a:gd name="T9" fmla="*/ 196 h 432"/>
              <a:gd name="T10" fmla="*/ 483 w 1604"/>
              <a:gd name="T11" fmla="*/ 171 h 432"/>
              <a:gd name="T12" fmla="*/ 340 w 1604"/>
              <a:gd name="T13" fmla="*/ 196 h 432"/>
              <a:gd name="T14" fmla="*/ 626 w 1604"/>
              <a:gd name="T15" fmla="*/ 407 h 432"/>
              <a:gd name="T16" fmla="*/ 584 w 1604"/>
              <a:gd name="T17" fmla="*/ 171 h 432"/>
              <a:gd name="T18" fmla="*/ 555 w 1604"/>
              <a:gd name="T19" fmla="*/ 353 h 432"/>
              <a:gd name="T20" fmla="*/ 697 w 1604"/>
              <a:gd name="T21" fmla="*/ 351 h 432"/>
              <a:gd name="T22" fmla="*/ 669 w 1604"/>
              <a:gd name="T23" fmla="*/ 171 h 432"/>
              <a:gd name="T24" fmla="*/ 898 w 1604"/>
              <a:gd name="T25" fmla="*/ 196 h 432"/>
              <a:gd name="T26" fmla="*/ 956 w 1604"/>
              <a:gd name="T27" fmla="*/ 428 h 432"/>
              <a:gd name="T28" fmla="*/ 984 w 1604"/>
              <a:gd name="T29" fmla="*/ 196 h 432"/>
              <a:gd name="T30" fmla="*/ 1041 w 1604"/>
              <a:gd name="T31" fmla="*/ 171 h 432"/>
              <a:gd name="T32" fmla="*/ 898 w 1604"/>
              <a:gd name="T33" fmla="*/ 196 h 432"/>
              <a:gd name="T34" fmla="*/ 1155 w 1604"/>
              <a:gd name="T35" fmla="*/ 428 h 432"/>
              <a:gd name="T36" fmla="*/ 1127 w 1604"/>
              <a:gd name="T37" fmla="*/ 171 h 432"/>
              <a:gd name="T38" fmla="*/ 1345 w 1604"/>
              <a:gd name="T39" fmla="*/ 292 h 432"/>
              <a:gd name="T40" fmla="*/ 1320 w 1604"/>
              <a:gd name="T41" fmla="*/ 398 h 432"/>
              <a:gd name="T42" fmla="*/ 1270 w 1604"/>
              <a:gd name="T43" fmla="*/ 171 h 432"/>
              <a:gd name="T44" fmla="*/ 1303 w 1604"/>
              <a:gd name="T45" fmla="*/ 428 h 432"/>
              <a:gd name="T46" fmla="*/ 1403 w 1604"/>
              <a:gd name="T47" fmla="*/ 171 h 432"/>
              <a:gd name="T48" fmla="*/ 1345 w 1604"/>
              <a:gd name="T49" fmla="*/ 292 h 432"/>
              <a:gd name="T50" fmla="*/ 1604 w 1604"/>
              <a:gd name="T51" fmla="*/ 171 h 432"/>
              <a:gd name="T52" fmla="*/ 1485 w 1604"/>
              <a:gd name="T53" fmla="*/ 428 h 432"/>
              <a:gd name="T54" fmla="*/ 1604 w 1604"/>
              <a:gd name="T55" fmla="*/ 403 h 432"/>
              <a:gd name="T56" fmla="*/ 1513 w 1604"/>
              <a:gd name="T57" fmla="*/ 304 h 432"/>
              <a:gd name="T58" fmla="*/ 1598 w 1604"/>
              <a:gd name="T59" fmla="*/ 279 h 432"/>
              <a:gd name="T60" fmla="*/ 1513 w 1604"/>
              <a:gd name="T61" fmla="*/ 196 h 432"/>
              <a:gd name="T62" fmla="*/ 788 w 1604"/>
              <a:gd name="T63" fmla="*/ 428 h 432"/>
              <a:gd name="T64" fmla="*/ 816 w 1604"/>
              <a:gd name="T65" fmla="*/ 171 h 432"/>
              <a:gd name="T66" fmla="*/ 788 w 1604"/>
              <a:gd name="T67" fmla="*/ 428 h 432"/>
              <a:gd name="T68" fmla="*/ 248 w 1604"/>
              <a:gd name="T69" fmla="*/ 384 h 432"/>
              <a:gd name="T70" fmla="*/ 245 w 1604"/>
              <a:gd name="T71" fmla="*/ 377 h 432"/>
              <a:gd name="T72" fmla="*/ 124 w 1604"/>
              <a:gd name="T73" fmla="*/ 170 h 432"/>
              <a:gd name="T74" fmla="*/ 151 w 1604"/>
              <a:gd name="T75" fmla="*/ 427 h 432"/>
              <a:gd name="T76" fmla="*/ 148 w 1604"/>
              <a:gd name="T77" fmla="*/ 207 h 432"/>
              <a:gd name="T78" fmla="*/ 149 w 1604"/>
              <a:gd name="T79" fmla="*/ 208 h 432"/>
              <a:gd name="T80" fmla="*/ 239 w 1604"/>
              <a:gd name="T81" fmla="*/ 427 h 432"/>
              <a:gd name="T82" fmla="*/ 272 w 1604"/>
              <a:gd name="T83" fmla="*/ 170 h 432"/>
              <a:gd name="T84" fmla="*/ 246 w 1604"/>
              <a:gd name="T85" fmla="*/ 269 h 432"/>
              <a:gd name="T86" fmla="*/ 802 w 1604"/>
              <a:gd name="T87" fmla="*/ 113 h 432"/>
              <a:gd name="T88" fmla="*/ 802 w 1604"/>
              <a:gd name="T89" fmla="*/ 0 h 432"/>
              <a:gd name="T90" fmla="*/ 831 w 1604"/>
              <a:gd name="T91" fmla="*/ 56 h 432"/>
              <a:gd name="T92" fmla="*/ 773 w 1604"/>
              <a:gd name="T93" fmla="*/ 56 h 432"/>
              <a:gd name="T94" fmla="*/ 831 w 1604"/>
              <a:gd name="T95" fmla="*/ 56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04" h="432">
                <a:moveTo>
                  <a:pt x="0" y="171"/>
                </a:moveTo>
                <a:cubicBezTo>
                  <a:pt x="28" y="171"/>
                  <a:pt x="28" y="171"/>
                  <a:pt x="28" y="171"/>
                </a:cubicBezTo>
                <a:cubicBezTo>
                  <a:pt x="28" y="428"/>
                  <a:pt x="28" y="428"/>
                  <a:pt x="28" y="428"/>
                </a:cubicBezTo>
                <a:cubicBezTo>
                  <a:pt x="0" y="428"/>
                  <a:pt x="0" y="428"/>
                  <a:pt x="0" y="428"/>
                </a:cubicBezTo>
                <a:lnTo>
                  <a:pt x="0" y="171"/>
                </a:lnTo>
                <a:close/>
                <a:moveTo>
                  <a:pt x="340" y="196"/>
                </a:moveTo>
                <a:cubicBezTo>
                  <a:pt x="397" y="196"/>
                  <a:pt x="397" y="196"/>
                  <a:pt x="397" y="196"/>
                </a:cubicBezTo>
                <a:cubicBezTo>
                  <a:pt x="397" y="428"/>
                  <a:pt x="397" y="428"/>
                  <a:pt x="397" y="428"/>
                </a:cubicBezTo>
                <a:cubicBezTo>
                  <a:pt x="426" y="428"/>
                  <a:pt x="426" y="428"/>
                  <a:pt x="426" y="428"/>
                </a:cubicBezTo>
                <a:cubicBezTo>
                  <a:pt x="426" y="196"/>
                  <a:pt x="426" y="196"/>
                  <a:pt x="426" y="196"/>
                </a:cubicBezTo>
                <a:cubicBezTo>
                  <a:pt x="483" y="196"/>
                  <a:pt x="483" y="196"/>
                  <a:pt x="483" y="196"/>
                </a:cubicBezTo>
                <a:cubicBezTo>
                  <a:pt x="483" y="171"/>
                  <a:pt x="483" y="171"/>
                  <a:pt x="483" y="171"/>
                </a:cubicBezTo>
                <a:cubicBezTo>
                  <a:pt x="340" y="171"/>
                  <a:pt x="340" y="171"/>
                  <a:pt x="340" y="171"/>
                </a:cubicBezTo>
                <a:lnTo>
                  <a:pt x="340" y="196"/>
                </a:lnTo>
                <a:close/>
                <a:moveTo>
                  <a:pt x="669" y="351"/>
                </a:moveTo>
                <a:cubicBezTo>
                  <a:pt x="669" y="384"/>
                  <a:pt x="660" y="407"/>
                  <a:pt x="626" y="407"/>
                </a:cubicBezTo>
                <a:cubicBezTo>
                  <a:pt x="592" y="407"/>
                  <a:pt x="584" y="379"/>
                  <a:pt x="584" y="351"/>
                </a:cubicBezTo>
                <a:cubicBezTo>
                  <a:pt x="584" y="171"/>
                  <a:pt x="584" y="171"/>
                  <a:pt x="584" y="171"/>
                </a:cubicBezTo>
                <a:cubicBezTo>
                  <a:pt x="555" y="171"/>
                  <a:pt x="555" y="171"/>
                  <a:pt x="555" y="171"/>
                </a:cubicBezTo>
                <a:cubicBezTo>
                  <a:pt x="555" y="353"/>
                  <a:pt x="555" y="353"/>
                  <a:pt x="555" y="353"/>
                </a:cubicBezTo>
                <a:cubicBezTo>
                  <a:pt x="555" y="400"/>
                  <a:pt x="573" y="432"/>
                  <a:pt x="625" y="432"/>
                </a:cubicBezTo>
                <a:cubicBezTo>
                  <a:pt x="679" y="432"/>
                  <a:pt x="697" y="398"/>
                  <a:pt x="697" y="351"/>
                </a:cubicBezTo>
                <a:cubicBezTo>
                  <a:pt x="697" y="171"/>
                  <a:pt x="697" y="171"/>
                  <a:pt x="697" y="171"/>
                </a:cubicBezTo>
                <a:cubicBezTo>
                  <a:pt x="669" y="171"/>
                  <a:pt x="669" y="171"/>
                  <a:pt x="669" y="171"/>
                </a:cubicBezTo>
                <a:lnTo>
                  <a:pt x="669" y="351"/>
                </a:lnTo>
                <a:close/>
                <a:moveTo>
                  <a:pt x="898" y="196"/>
                </a:moveTo>
                <a:cubicBezTo>
                  <a:pt x="956" y="196"/>
                  <a:pt x="956" y="196"/>
                  <a:pt x="956" y="196"/>
                </a:cubicBezTo>
                <a:cubicBezTo>
                  <a:pt x="956" y="428"/>
                  <a:pt x="956" y="428"/>
                  <a:pt x="956" y="428"/>
                </a:cubicBezTo>
                <a:cubicBezTo>
                  <a:pt x="984" y="428"/>
                  <a:pt x="984" y="428"/>
                  <a:pt x="984" y="428"/>
                </a:cubicBezTo>
                <a:cubicBezTo>
                  <a:pt x="984" y="196"/>
                  <a:pt x="984" y="196"/>
                  <a:pt x="984" y="196"/>
                </a:cubicBezTo>
                <a:cubicBezTo>
                  <a:pt x="1041" y="196"/>
                  <a:pt x="1041" y="196"/>
                  <a:pt x="1041" y="196"/>
                </a:cubicBezTo>
                <a:cubicBezTo>
                  <a:pt x="1041" y="171"/>
                  <a:pt x="1041" y="171"/>
                  <a:pt x="1041" y="171"/>
                </a:cubicBezTo>
                <a:cubicBezTo>
                  <a:pt x="898" y="171"/>
                  <a:pt x="898" y="171"/>
                  <a:pt x="898" y="171"/>
                </a:cubicBezTo>
                <a:lnTo>
                  <a:pt x="898" y="196"/>
                </a:lnTo>
                <a:close/>
                <a:moveTo>
                  <a:pt x="1127" y="428"/>
                </a:moveTo>
                <a:cubicBezTo>
                  <a:pt x="1155" y="428"/>
                  <a:pt x="1155" y="428"/>
                  <a:pt x="1155" y="428"/>
                </a:cubicBezTo>
                <a:cubicBezTo>
                  <a:pt x="1155" y="171"/>
                  <a:pt x="1155" y="171"/>
                  <a:pt x="1155" y="171"/>
                </a:cubicBezTo>
                <a:cubicBezTo>
                  <a:pt x="1127" y="171"/>
                  <a:pt x="1127" y="171"/>
                  <a:pt x="1127" y="171"/>
                </a:cubicBezTo>
                <a:lnTo>
                  <a:pt x="1127" y="428"/>
                </a:lnTo>
                <a:close/>
                <a:moveTo>
                  <a:pt x="1345" y="292"/>
                </a:moveTo>
                <a:cubicBezTo>
                  <a:pt x="1336" y="329"/>
                  <a:pt x="1323" y="376"/>
                  <a:pt x="1320" y="398"/>
                </a:cubicBezTo>
                <a:cubicBezTo>
                  <a:pt x="1320" y="398"/>
                  <a:pt x="1320" y="398"/>
                  <a:pt x="1320" y="398"/>
                </a:cubicBezTo>
                <a:cubicBezTo>
                  <a:pt x="1316" y="373"/>
                  <a:pt x="1306" y="328"/>
                  <a:pt x="1298" y="292"/>
                </a:cubicBezTo>
                <a:cubicBezTo>
                  <a:pt x="1270" y="171"/>
                  <a:pt x="1270" y="171"/>
                  <a:pt x="1270" y="171"/>
                </a:cubicBezTo>
                <a:cubicBezTo>
                  <a:pt x="1239" y="171"/>
                  <a:pt x="1239" y="171"/>
                  <a:pt x="1239" y="171"/>
                </a:cubicBezTo>
                <a:cubicBezTo>
                  <a:pt x="1303" y="428"/>
                  <a:pt x="1303" y="428"/>
                  <a:pt x="1303" y="428"/>
                </a:cubicBezTo>
                <a:cubicBezTo>
                  <a:pt x="1337" y="428"/>
                  <a:pt x="1337" y="428"/>
                  <a:pt x="1337" y="428"/>
                </a:cubicBezTo>
                <a:cubicBezTo>
                  <a:pt x="1403" y="171"/>
                  <a:pt x="1403" y="171"/>
                  <a:pt x="1403" y="171"/>
                </a:cubicBezTo>
                <a:cubicBezTo>
                  <a:pt x="1374" y="171"/>
                  <a:pt x="1374" y="171"/>
                  <a:pt x="1374" y="171"/>
                </a:cubicBezTo>
                <a:lnTo>
                  <a:pt x="1345" y="292"/>
                </a:lnTo>
                <a:close/>
                <a:moveTo>
                  <a:pt x="1604" y="196"/>
                </a:moveTo>
                <a:cubicBezTo>
                  <a:pt x="1604" y="171"/>
                  <a:pt x="1604" y="171"/>
                  <a:pt x="1604" y="171"/>
                </a:cubicBezTo>
                <a:cubicBezTo>
                  <a:pt x="1485" y="171"/>
                  <a:pt x="1485" y="171"/>
                  <a:pt x="1485" y="171"/>
                </a:cubicBezTo>
                <a:cubicBezTo>
                  <a:pt x="1485" y="428"/>
                  <a:pt x="1485" y="428"/>
                  <a:pt x="1485" y="428"/>
                </a:cubicBezTo>
                <a:cubicBezTo>
                  <a:pt x="1604" y="428"/>
                  <a:pt x="1604" y="428"/>
                  <a:pt x="1604" y="428"/>
                </a:cubicBezTo>
                <a:cubicBezTo>
                  <a:pt x="1604" y="403"/>
                  <a:pt x="1604" y="403"/>
                  <a:pt x="1604" y="403"/>
                </a:cubicBezTo>
                <a:cubicBezTo>
                  <a:pt x="1513" y="403"/>
                  <a:pt x="1513" y="403"/>
                  <a:pt x="1513" y="403"/>
                </a:cubicBezTo>
                <a:cubicBezTo>
                  <a:pt x="1513" y="304"/>
                  <a:pt x="1513" y="304"/>
                  <a:pt x="1513" y="304"/>
                </a:cubicBezTo>
                <a:cubicBezTo>
                  <a:pt x="1598" y="304"/>
                  <a:pt x="1598" y="304"/>
                  <a:pt x="1598" y="304"/>
                </a:cubicBezTo>
                <a:cubicBezTo>
                  <a:pt x="1598" y="279"/>
                  <a:pt x="1598" y="279"/>
                  <a:pt x="1598" y="279"/>
                </a:cubicBezTo>
                <a:cubicBezTo>
                  <a:pt x="1513" y="279"/>
                  <a:pt x="1513" y="279"/>
                  <a:pt x="1513" y="279"/>
                </a:cubicBezTo>
                <a:cubicBezTo>
                  <a:pt x="1513" y="196"/>
                  <a:pt x="1513" y="196"/>
                  <a:pt x="1513" y="196"/>
                </a:cubicBezTo>
                <a:lnTo>
                  <a:pt x="1604" y="196"/>
                </a:lnTo>
                <a:close/>
                <a:moveTo>
                  <a:pt x="788" y="428"/>
                </a:moveTo>
                <a:cubicBezTo>
                  <a:pt x="816" y="428"/>
                  <a:pt x="816" y="428"/>
                  <a:pt x="816" y="428"/>
                </a:cubicBezTo>
                <a:cubicBezTo>
                  <a:pt x="816" y="171"/>
                  <a:pt x="816" y="171"/>
                  <a:pt x="816" y="171"/>
                </a:cubicBezTo>
                <a:cubicBezTo>
                  <a:pt x="788" y="171"/>
                  <a:pt x="788" y="171"/>
                  <a:pt x="788" y="171"/>
                </a:cubicBezTo>
                <a:lnTo>
                  <a:pt x="788" y="428"/>
                </a:lnTo>
                <a:close/>
                <a:moveTo>
                  <a:pt x="246" y="269"/>
                </a:moveTo>
                <a:cubicBezTo>
                  <a:pt x="246" y="311"/>
                  <a:pt x="246" y="349"/>
                  <a:pt x="248" y="384"/>
                </a:cubicBezTo>
                <a:cubicBezTo>
                  <a:pt x="248" y="384"/>
                  <a:pt x="248" y="384"/>
                  <a:pt x="248" y="384"/>
                </a:cubicBezTo>
                <a:cubicBezTo>
                  <a:pt x="247" y="382"/>
                  <a:pt x="247" y="380"/>
                  <a:pt x="245" y="377"/>
                </a:cubicBezTo>
                <a:cubicBezTo>
                  <a:pt x="222" y="315"/>
                  <a:pt x="159" y="170"/>
                  <a:pt x="159" y="170"/>
                </a:cubicBezTo>
                <a:cubicBezTo>
                  <a:pt x="124" y="170"/>
                  <a:pt x="124" y="170"/>
                  <a:pt x="124" y="170"/>
                </a:cubicBezTo>
                <a:cubicBezTo>
                  <a:pt x="124" y="427"/>
                  <a:pt x="124" y="427"/>
                  <a:pt x="124" y="427"/>
                </a:cubicBezTo>
                <a:cubicBezTo>
                  <a:pt x="151" y="427"/>
                  <a:pt x="151" y="427"/>
                  <a:pt x="151" y="427"/>
                </a:cubicBezTo>
                <a:cubicBezTo>
                  <a:pt x="151" y="327"/>
                  <a:pt x="151" y="327"/>
                  <a:pt x="151" y="327"/>
                </a:cubicBezTo>
                <a:cubicBezTo>
                  <a:pt x="151" y="281"/>
                  <a:pt x="150" y="239"/>
                  <a:pt x="148" y="207"/>
                </a:cubicBezTo>
                <a:cubicBezTo>
                  <a:pt x="149" y="207"/>
                  <a:pt x="149" y="207"/>
                  <a:pt x="149" y="207"/>
                </a:cubicBezTo>
                <a:cubicBezTo>
                  <a:pt x="149" y="207"/>
                  <a:pt x="149" y="207"/>
                  <a:pt x="149" y="208"/>
                </a:cubicBezTo>
                <a:cubicBezTo>
                  <a:pt x="149" y="209"/>
                  <a:pt x="150" y="211"/>
                  <a:pt x="151" y="214"/>
                </a:cubicBezTo>
                <a:cubicBezTo>
                  <a:pt x="169" y="257"/>
                  <a:pt x="239" y="427"/>
                  <a:pt x="239" y="427"/>
                </a:cubicBezTo>
                <a:cubicBezTo>
                  <a:pt x="272" y="427"/>
                  <a:pt x="272" y="427"/>
                  <a:pt x="272" y="427"/>
                </a:cubicBezTo>
                <a:cubicBezTo>
                  <a:pt x="272" y="170"/>
                  <a:pt x="272" y="170"/>
                  <a:pt x="272" y="170"/>
                </a:cubicBezTo>
                <a:cubicBezTo>
                  <a:pt x="246" y="170"/>
                  <a:pt x="246" y="170"/>
                  <a:pt x="246" y="170"/>
                </a:cubicBezTo>
                <a:lnTo>
                  <a:pt x="246" y="269"/>
                </a:lnTo>
                <a:close/>
                <a:moveTo>
                  <a:pt x="858" y="56"/>
                </a:moveTo>
                <a:cubicBezTo>
                  <a:pt x="858" y="87"/>
                  <a:pt x="833" y="113"/>
                  <a:pt x="802" y="113"/>
                </a:cubicBezTo>
                <a:cubicBezTo>
                  <a:pt x="771" y="113"/>
                  <a:pt x="746" y="87"/>
                  <a:pt x="746" y="56"/>
                </a:cubicBezTo>
                <a:cubicBezTo>
                  <a:pt x="746" y="25"/>
                  <a:pt x="771" y="0"/>
                  <a:pt x="802" y="0"/>
                </a:cubicBezTo>
                <a:cubicBezTo>
                  <a:pt x="833" y="0"/>
                  <a:pt x="858" y="25"/>
                  <a:pt x="858" y="56"/>
                </a:cubicBezTo>
                <a:close/>
                <a:moveTo>
                  <a:pt x="831" y="56"/>
                </a:moveTo>
                <a:cubicBezTo>
                  <a:pt x="831" y="40"/>
                  <a:pt x="818" y="27"/>
                  <a:pt x="802" y="27"/>
                </a:cubicBezTo>
                <a:cubicBezTo>
                  <a:pt x="786" y="27"/>
                  <a:pt x="773" y="40"/>
                  <a:pt x="773" y="56"/>
                </a:cubicBezTo>
                <a:cubicBezTo>
                  <a:pt x="773" y="72"/>
                  <a:pt x="786" y="85"/>
                  <a:pt x="802" y="85"/>
                </a:cubicBezTo>
                <a:cubicBezTo>
                  <a:pt x="818" y="85"/>
                  <a:pt x="831" y="72"/>
                  <a:pt x="831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8432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OF TEMPLATE">
    <p:bg>
      <p:bgPr>
        <a:solidFill>
          <a:srgbClr val="DD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92480" y="1213012"/>
            <a:ext cx="10607040" cy="44319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sz="9600" b="0" spc="-100" baseline="0">
                <a:solidFill>
                  <a:schemeClr val="bg1"/>
                </a:solidFill>
                <a:latin typeface="Avenir Next LT Pro Light" panose="020B0304020202020204" pitchFamily="34" charset="0"/>
              </a:rPr>
              <a:t>Any layout beyond this point is not </a:t>
            </a:r>
            <a:br>
              <a:rPr lang="en-US" sz="9600" b="0" spc="-100" baseline="0">
                <a:solidFill>
                  <a:schemeClr val="bg1"/>
                </a:solidFill>
                <a:latin typeface="Avenir Next LT Pro Light" panose="020B0304020202020204" pitchFamily="34" charset="0"/>
              </a:rPr>
            </a:br>
            <a:r>
              <a:rPr lang="en-US" sz="9600" b="0" spc="-100" baseline="0">
                <a:solidFill>
                  <a:schemeClr val="bg1"/>
                </a:solidFill>
                <a:latin typeface="Avenir Next LT Pro Light" panose="020B0304020202020204" pitchFamily="34" charset="0"/>
              </a:rPr>
              <a:t>in template</a:t>
            </a:r>
          </a:p>
        </p:txBody>
      </p:sp>
    </p:spTree>
    <p:extLst>
      <p:ext uri="{BB962C8B-B14F-4D97-AF65-F5344CB8AC3E}">
        <p14:creationId xmlns:p14="http://schemas.microsoft.com/office/powerpoint/2010/main" val="146306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CF133-8187-4D07-9902-D1B18987A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19539"/>
            <a:ext cx="10818813" cy="4628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F4D171C-66B9-6EFA-535C-771FE88F5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52601"/>
            <a:ext cx="10818814" cy="4267199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/>
          <a:p>
            <a:pPr lvl="0"/>
            <a:r>
              <a:rPr lang="en-US"/>
              <a:t>Default body copy</a:t>
            </a:r>
          </a:p>
          <a:p>
            <a:pPr lvl="1"/>
            <a:r>
              <a:rPr lang="en-US"/>
              <a:t>Secondary body copy</a:t>
            </a:r>
          </a:p>
          <a:p>
            <a:pPr lvl="2"/>
            <a:r>
              <a:rPr lang="en-US"/>
              <a:t>Default bullet</a:t>
            </a:r>
          </a:p>
          <a:p>
            <a:pPr lvl="3"/>
            <a:r>
              <a:rPr lang="en-US"/>
              <a:t>Headers</a:t>
            </a:r>
          </a:p>
          <a:p>
            <a:pPr lvl="4"/>
            <a:r>
              <a:rPr lang="en-US"/>
              <a:t>Subheaders</a:t>
            </a:r>
          </a:p>
          <a:p>
            <a:pPr lvl="5"/>
            <a:r>
              <a:rPr lang="en-US"/>
              <a:t>Stats</a:t>
            </a:r>
          </a:p>
          <a:p>
            <a:pPr lvl="6"/>
            <a:r>
              <a:rPr lang="en-US"/>
              <a:t>Emphasis</a:t>
            </a:r>
          </a:p>
          <a:p>
            <a:pPr lvl="7"/>
            <a:r>
              <a:rPr lang="en-US"/>
              <a:t>Small body</a:t>
            </a:r>
          </a:p>
          <a:p>
            <a:pPr lvl="8"/>
            <a:r>
              <a:rPr lang="en-US"/>
              <a:t>Footers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83FD-5B45-4919-B9E8-889A9D06E5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09723" y="6177280"/>
            <a:ext cx="5291140" cy="1384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algn="l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algn="l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algn="l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algn="l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algn="l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16DDD-07C0-48C5-8DC7-F894849CFA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04338" y="6177280"/>
            <a:ext cx="1509711" cy="138499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r"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indent="0" algn="r">
              <a:defRPr sz="900">
                <a:solidFill>
                  <a:schemeClr val="accent3">
                    <a:lumMod val="75000"/>
                  </a:schemeClr>
                </a:solidFill>
              </a:defRPr>
            </a:lvl2pPr>
            <a:lvl3pPr marL="0" indent="0" algn="r">
              <a:defRPr sz="900">
                <a:solidFill>
                  <a:schemeClr val="accent3">
                    <a:lumMod val="75000"/>
                  </a:schemeClr>
                </a:solidFill>
              </a:defRPr>
            </a:lvl3pPr>
            <a:lvl4pPr marL="0" indent="0" algn="r">
              <a:defRPr sz="900">
                <a:solidFill>
                  <a:schemeClr val="accent3">
                    <a:lumMod val="75000"/>
                  </a:schemeClr>
                </a:solidFill>
              </a:defRPr>
            </a:lvl4pPr>
            <a:lvl5pPr marL="0" indent="0" algn="r">
              <a:defRPr sz="900">
                <a:solidFill>
                  <a:schemeClr val="accent3">
                    <a:lumMod val="75000"/>
                  </a:schemeClr>
                </a:solidFill>
              </a:defRPr>
            </a:lvl5pPr>
            <a:lvl6pPr marL="0" indent="0" algn="r">
              <a:defRPr sz="900">
                <a:solidFill>
                  <a:schemeClr val="accent3">
                    <a:lumMod val="75000"/>
                  </a:schemeClr>
                </a:solidFill>
              </a:defRPr>
            </a:lvl6pPr>
            <a:lvl7pPr marL="0" indent="0" algn="r">
              <a:defRPr sz="900">
                <a:solidFill>
                  <a:schemeClr val="accent3">
                    <a:lumMod val="75000"/>
                  </a:schemeClr>
                </a:solidFill>
              </a:defRPr>
            </a:lvl7pPr>
            <a:lvl8pPr marL="0" indent="0" algn="r">
              <a:defRPr sz="900">
                <a:solidFill>
                  <a:schemeClr val="accent3">
                    <a:lumMod val="75000"/>
                  </a:schemeClr>
                </a:solidFill>
              </a:defRPr>
            </a:lvl8pPr>
            <a:lvl9pPr marL="0" indent="0" algn="r">
              <a:defRPr sz="900">
                <a:solidFill>
                  <a:schemeClr val="accent3">
                    <a:lumMod val="75000"/>
                  </a:schemeClr>
                </a:solidFill>
              </a:defRPr>
            </a:lvl9pPr>
          </a:lstStyle>
          <a:p>
            <a:r>
              <a:rPr lang="en-US"/>
              <a:t>MATXXXXX vX US XX/202X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22492-FCD4-4301-8DB9-F04BCE421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662" y="6177280"/>
            <a:ext cx="360133" cy="1384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r">
              <a:defRPr sz="9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0" algn="r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algn="r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algn="r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algn="r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algn="r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algn="r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algn="r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algn="r" defTabSz="914400" rtl="0" eaLnBrk="1" latinLnBrk="0" hangingPunct="1">
              <a:defRPr lang="en-US" sz="900" kern="1200" smtClean="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fld id="{B6250A5C-E150-4746-9993-6EB08944732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Logo">
            <a:extLst>
              <a:ext uri="{FF2B5EF4-FFF2-40B4-BE49-F238E27FC236}">
                <a16:creationId xmlns:a16="http://schemas.microsoft.com/office/drawing/2014/main" id="{31D453BC-6A9C-4A4B-A2E0-59E8B8C90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/>
        </p:nvSpPr>
        <p:spPr bwMode="auto">
          <a:xfrm>
            <a:off x="685800" y="6123044"/>
            <a:ext cx="601663" cy="164160"/>
          </a:xfrm>
          <a:custGeom>
            <a:avLst/>
            <a:gdLst>
              <a:gd name="T0" fmla="*/ 28 w 1604"/>
              <a:gd name="T1" fmla="*/ 171 h 432"/>
              <a:gd name="T2" fmla="*/ 0 w 1604"/>
              <a:gd name="T3" fmla="*/ 428 h 432"/>
              <a:gd name="T4" fmla="*/ 340 w 1604"/>
              <a:gd name="T5" fmla="*/ 196 h 432"/>
              <a:gd name="T6" fmla="*/ 397 w 1604"/>
              <a:gd name="T7" fmla="*/ 428 h 432"/>
              <a:gd name="T8" fmla="*/ 426 w 1604"/>
              <a:gd name="T9" fmla="*/ 196 h 432"/>
              <a:gd name="T10" fmla="*/ 483 w 1604"/>
              <a:gd name="T11" fmla="*/ 171 h 432"/>
              <a:gd name="T12" fmla="*/ 340 w 1604"/>
              <a:gd name="T13" fmla="*/ 196 h 432"/>
              <a:gd name="T14" fmla="*/ 626 w 1604"/>
              <a:gd name="T15" fmla="*/ 407 h 432"/>
              <a:gd name="T16" fmla="*/ 584 w 1604"/>
              <a:gd name="T17" fmla="*/ 171 h 432"/>
              <a:gd name="T18" fmla="*/ 555 w 1604"/>
              <a:gd name="T19" fmla="*/ 353 h 432"/>
              <a:gd name="T20" fmla="*/ 697 w 1604"/>
              <a:gd name="T21" fmla="*/ 351 h 432"/>
              <a:gd name="T22" fmla="*/ 669 w 1604"/>
              <a:gd name="T23" fmla="*/ 171 h 432"/>
              <a:gd name="T24" fmla="*/ 898 w 1604"/>
              <a:gd name="T25" fmla="*/ 196 h 432"/>
              <a:gd name="T26" fmla="*/ 956 w 1604"/>
              <a:gd name="T27" fmla="*/ 428 h 432"/>
              <a:gd name="T28" fmla="*/ 984 w 1604"/>
              <a:gd name="T29" fmla="*/ 196 h 432"/>
              <a:gd name="T30" fmla="*/ 1041 w 1604"/>
              <a:gd name="T31" fmla="*/ 171 h 432"/>
              <a:gd name="T32" fmla="*/ 898 w 1604"/>
              <a:gd name="T33" fmla="*/ 196 h 432"/>
              <a:gd name="T34" fmla="*/ 1155 w 1604"/>
              <a:gd name="T35" fmla="*/ 428 h 432"/>
              <a:gd name="T36" fmla="*/ 1127 w 1604"/>
              <a:gd name="T37" fmla="*/ 171 h 432"/>
              <a:gd name="T38" fmla="*/ 1345 w 1604"/>
              <a:gd name="T39" fmla="*/ 292 h 432"/>
              <a:gd name="T40" fmla="*/ 1320 w 1604"/>
              <a:gd name="T41" fmla="*/ 398 h 432"/>
              <a:gd name="T42" fmla="*/ 1270 w 1604"/>
              <a:gd name="T43" fmla="*/ 171 h 432"/>
              <a:gd name="T44" fmla="*/ 1303 w 1604"/>
              <a:gd name="T45" fmla="*/ 428 h 432"/>
              <a:gd name="T46" fmla="*/ 1403 w 1604"/>
              <a:gd name="T47" fmla="*/ 171 h 432"/>
              <a:gd name="T48" fmla="*/ 1345 w 1604"/>
              <a:gd name="T49" fmla="*/ 292 h 432"/>
              <a:gd name="T50" fmla="*/ 1604 w 1604"/>
              <a:gd name="T51" fmla="*/ 171 h 432"/>
              <a:gd name="T52" fmla="*/ 1485 w 1604"/>
              <a:gd name="T53" fmla="*/ 428 h 432"/>
              <a:gd name="T54" fmla="*/ 1604 w 1604"/>
              <a:gd name="T55" fmla="*/ 403 h 432"/>
              <a:gd name="T56" fmla="*/ 1513 w 1604"/>
              <a:gd name="T57" fmla="*/ 304 h 432"/>
              <a:gd name="T58" fmla="*/ 1598 w 1604"/>
              <a:gd name="T59" fmla="*/ 279 h 432"/>
              <a:gd name="T60" fmla="*/ 1513 w 1604"/>
              <a:gd name="T61" fmla="*/ 196 h 432"/>
              <a:gd name="T62" fmla="*/ 788 w 1604"/>
              <a:gd name="T63" fmla="*/ 428 h 432"/>
              <a:gd name="T64" fmla="*/ 816 w 1604"/>
              <a:gd name="T65" fmla="*/ 171 h 432"/>
              <a:gd name="T66" fmla="*/ 788 w 1604"/>
              <a:gd name="T67" fmla="*/ 428 h 432"/>
              <a:gd name="T68" fmla="*/ 248 w 1604"/>
              <a:gd name="T69" fmla="*/ 384 h 432"/>
              <a:gd name="T70" fmla="*/ 245 w 1604"/>
              <a:gd name="T71" fmla="*/ 377 h 432"/>
              <a:gd name="T72" fmla="*/ 124 w 1604"/>
              <a:gd name="T73" fmla="*/ 170 h 432"/>
              <a:gd name="T74" fmla="*/ 151 w 1604"/>
              <a:gd name="T75" fmla="*/ 427 h 432"/>
              <a:gd name="T76" fmla="*/ 148 w 1604"/>
              <a:gd name="T77" fmla="*/ 207 h 432"/>
              <a:gd name="T78" fmla="*/ 149 w 1604"/>
              <a:gd name="T79" fmla="*/ 208 h 432"/>
              <a:gd name="T80" fmla="*/ 239 w 1604"/>
              <a:gd name="T81" fmla="*/ 427 h 432"/>
              <a:gd name="T82" fmla="*/ 272 w 1604"/>
              <a:gd name="T83" fmla="*/ 170 h 432"/>
              <a:gd name="T84" fmla="*/ 246 w 1604"/>
              <a:gd name="T85" fmla="*/ 269 h 432"/>
              <a:gd name="T86" fmla="*/ 802 w 1604"/>
              <a:gd name="T87" fmla="*/ 113 h 432"/>
              <a:gd name="T88" fmla="*/ 802 w 1604"/>
              <a:gd name="T89" fmla="*/ 0 h 432"/>
              <a:gd name="T90" fmla="*/ 831 w 1604"/>
              <a:gd name="T91" fmla="*/ 56 h 432"/>
              <a:gd name="T92" fmla="*/ 773 w 1604"/>
              <a:gd name="T93" fmla="*/ 56 h 432"/>
              <a:gd name="T94" fmla="*/ 831 w 1604"/>
              <a:gd name="T95" fmla="*/ 56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04" h="432">
                <a:moveTo>
                  <a:pt x="0" y="171"/>
                </a:moveTo>
                <a:cubicBezTo>
                  <a:pt x="28" y="171"/>
                  <a:pt x="28" y="171"/>
                  <a:pt x="28" y="171"/>
                </a:cubicBezTo>
                <a:cubicBezTo>
                  <a:pt x="28" y="428"/>
                  <a:pt x="28" y="428"/>
                  <a:pt x="28" y="428"/>
                </a:cubicBezTo>
                <a:cubicBezTo>
                  <a:pt x="0" y="428"/>
                  <a:pt x="0" y="428"/>
                  <a:pt x="0" y="428"/>
                </a:cubicBezTo>
                <a:lnTo>
                  <a:pt x="0" y="171"/>
                </a:lnTo>
                <a:close/>
                <a:moveTo>
                  <a:pt x="340" y="196"/>
                </a:moveTo>
                <a:cubicBezTo>
                  <a:pt x="397" y="196"/>
                  <a:pt x="397" y="196"/>
                  <a:pt x="397" y="196"/>
                </a:cubicBezTo>
                <a:cubicBezTo>
                  <a:pt x="397" y="428"/>
                  <a:pt x="397" y="428"/>
                  <a:pt x="397" y="428"/>
                </a:cubicBezTo>
                <a:cubicBezTo>
                  <a:pt x="426" y="428"/>
                  <a:pt x="426" y="428"/>
                  <a:pt x="426" y="428"/>
                </a:cubicBezTo>
                <a:cubicBezTo>
                  <a:pt x="426" y="196"/>
                  <a:pt x="426" y="196"/>
                  <a:pt x="426" y="196"/>
                </a:cubicBezTo>
                <a:cubicBezTo>
                  <a:pt x="483" y="196"/>
                  <a:pt x="483" y="196"/>
                  <a:pt x="483" y="196"/>
                </a:cubicBezTo>
                <a:cubicBezTo>
                  <a:pt x="483" y="171"/>
                  <a:pt x="483" y="171"/>
                  <a:pt x="483" y="171"/>
                </a:cubicBezTo>
                <a:cubicBezTo>
                  <a:pt x="340" y="171"/>
                  <a:pt x="340" y="171"/>
                  <a:pt x="340" y="171"/>
                </a:cubicBezTo>
                <a:lnTo>
                  <a:pt x="340" y="196"/>
                </a:lnTo>
                <a:close/>
                <a:moveTo>
                  <a:pt x="669" y="351"/>
                </a:moveTo>
                <a:cubicBezTo>
                  <a:pt x="669" y="384"/>
                  <a:pt x="660" y="407"/>
                  <a:pt x="626" y="407"/>
                </a:cubicBezTo>
                <a:cubicBezTo>
                  <a:pt x="592" y="407"/>
                  <a:pt x="584" y="379"/>
                  <a:pt x="584" y="351"/>
                </a:cubicBezTo>
                <a:cubicBezTo>
                  <a:pt x="584" y="171"/>
                  <a:pt x="584" y="171"/>
                  <a:pt x="584" y="171"/>
                </a:cubicBezTo>
                <a:cubicBezTo>
                  <a:pt x="555" y="171"/>
                  <a:pt x="555" y="171"/>
                  <a:pt x="555" y="171"/>
                </a:cubicBezTo>
                <a:cubicBezTo>
                  <a:pt x="555" y="353"/>
                  <a:pt x="555" y="353"/>
                  <a:pt x="555" y="353"/>
                </a:cubicBezTo>
                <a:cubicBezTo>
                  <a:pt x="555" y="400"/>
                  <a:pt x="573" y="432"/>
                  <a:pt x="625" y="432"/>
                </a:cubicBezTo>
                <a:cubicBezTo>
                  <a:pt x="679" y="432"/>
                  <a:pt x="697" y="398"/>
                  <a:pt x="697" y="351"/>
                </a:cubicBezTo>
                <a:cubicBezTo>
                  <a:pt x="697" y="171"/>
                  <a:pt x="697" y="171"/>
                  <a:pt x="697" y="171"/>
                </a:cubicBezTo>
                <a:cubicBezTo>
                  <a:pt x="669" y="171"/>
                  <a:pt x="669" y="171"/>
                  <a:pt x="669" y="171"/>
                </a:cubicBezTo>
                <a:lnTo>
                  <a:pt x="669" y="351"/>
                </a:lnTo>
                <a:close/>
                <a:moveTo>
                  <a:pt x="898" y="196"/>
                </a:moveTo>
                <a:cubicBezTo>
                  <a:pt x="956" y="196"/>
                  <a:pt x="956" y="196"/>
                  <a:pt x="956" y="196"/>
                </a:cubicBezTo>
                <a:cubicBezTo>
                  <a:pt x="956" y="428"/>
                  <a:pt x="956" y="428"/>
                  <a:pt x="956" y="428"/>
                </a:cubicBezTo>
                <a:cubicBezTo>
                  <a:pt x="984" y="428"/>
                  <a:pt x="984" y="428"/>
                  <a:pt x="984" y="428"/>
                </a:cubicBezTo>
                <a:cubicBezTo>
                  <a:pt x="984" y="196"/>
                  <a:pt x="984" y="196"/>
                  <a:pt x="984" y="196"/>
                </a:cubicBezTo>
                <a:cubicBezTo>
                  <a:pt x="1041" y="196"/>
                  <a:pt x="1041" y="196"/>
                  <a:pt x="1041" y="196"/>
                </a:cubicBezTo>
                <a:cubicBezTo>
                  <a:pt x="1041" y="171"/>
                  <a:pt x="1041" y="171"/>
                  <a:pt x="1041" y="171"/>
                </a:cubicBezTo>
                <a:cubicBezTo>
                  <a:pt x="898" y="171"/>
                  <a:pt x="898" y="171"/>
                  <a:pt x="898" y="171"/>
                </a:cubicBezTo>
                <a:lnTo>
                  <a:pt x="898" y="196"/>
                </a:lnTo>
                <a:close/>
                <a:moveTo>
                  <a:pt x="1127" y="428"/>
                </a:moveTo>
                <a:cubicBezTo>
                  <a:pt x="1155" y="428"/>
                  <a:pt x="1155" y="428"/>
                  <a:pt x="1155" y="428"/>
                </a:cubicBezTo>
                <a:cubicBezTo>
                  <a:pt x="1155" y="171"/>
                  <a:pt x="1155" y="171"/>
                  <a:pt x="1155" y="171"/>
                </a:cubicBezTo>
                <a:cubicBezTo>
                  <a:pt x="1127" y="171"/>
                  <a:pt x="1127" y="171"/>
                  <a:pt x="1127" y="171"/>
                </a:cubicBezTo>
                <a:lnTo>
                  <a:pt x="1127" y="428"/>
                </a:lnTo>
                <a:close/>
                <a:moveTo>
                  <a:pt x="1345" y="292"/>
                </a:moveTo>
                <a:cubicBezTo>
                  <a:pt x="1336" y="329"/>
                  <a:pt x="1323" y="376"/>
                  <a:pt x="1320" y="398"/>
                </a:cubicBezTo>
                <a:cubicBezTo>
                  <a:pt x="1320" y="398"/>
                  <a:pt x="1320" y="398"/>
                  <a:pt x="1320" y="398"/>
                </a:cubicBezTo>
                <a:cubicBezTo>
                  <a:pt x="1316" y="373"/>
                  <a:pt x="1306" y="328"/>
                  <a:pt x="1298" y="292"/>
                </a:cubicBezTo>
                <a:cubicBezTo>
                  <a:pt x="1270" y="171"/>
                  <a:pt x="1270" y="171"/>
                  <a:pt x="1270" y="171"/>
                </a:cubicBezTo>
                <a:cubicBezTo>
                  <a:pt x="1239" y="171"/>
                  <a:pt x="1239" y="171"/>
                  <a:pt x="1239" y="171"/>
                </a:cubicBezTo>
                <a:cubicBezTo>
                  <a:pt x="1303" y="428"/>
                  <a:pt x="1303" y="428"/>
                  <a:pt x="1303" y="428"/>
                </a:cubicBezTo>
                <a:cubicBezTo>
                  <a:pt x="1337" y="428"/>
                  <a:pt x="1337" y="428"/>
                  <a:pt x="1337" y="428"/>
                </a:cubicBezTo>
                <a:cubicBezTo>
                  <a:pt x="1403" y="171"/>
                  <a:pt x="1403" y="171"/>
                  <a:pt x="1403" y="171"/>
                </a:cubicBezTo>
                <a:cubicBezTo>
                  <a:pt x="1374" y="171"/>
                  <a:pt x="1374" y="171"/>
                  <a:pt x="1374" y="171"/>
                </a:cubicBezTo>
                <a:lnTo>
                  <a:pt x="1345" y="292"/>
                </a:lnTo>
                <a:close/>
                <a:moveTo>
                  <a:pt x="1604" y="196"/>
                </a:moveTo>
                <a:cubicBezTo>
                  <a:pt x="1604" y="171"/>
                  <a:pt x="1604" y="171"/>
                  <a:pt x="1604" y="171"/>
                </a:cubicBezTo>
                <a:cubicBezTo>
                  <a:pt x="1485" y="171"/>
                  <a:pt x="1485" y="171"/>
                  <a:pt x="1485" y="171"/>
                </a:cubicBezTo>
                <a:cubicBezTo>
                  <a:pt x="1485" y="428"/>
                  <a:pt x="1485" y="428"/>
                  <a:pt x="1485" y="428"/>
                </a:cubicBezTo>
                <a:cubicBezTo>
                  <a:pt x="1604" y="428"/>
                  <a:pt x="1604" y="428"/>
                  <a:pt x="1604" y="428"/>
                </a:cubicBezTo>
                <a:cubicBezTo>
                  <a:pt x="1604" y="403"/>
                  <a:pt x="1604" y="403"/>
                  <a:pt x="1604" y="403"/>
                </a:cubicBezTo>
                <a:cubicBezTo>
                  <a:pt x="1513" y="403"/>
                  <a:pt x="1513" y="403"/>
                  <a:pt x="1513" y="403"/>
                </a:cubicBezTo>
                <a:cubicBezTo>
                  <a:pt x="1513" y="304"/>
                  <a:pt x="1513" y="304"/>
                  <a:pt x="1513" y="304"/>
                </a:cubicBezTo>
                <a:cubicBezTo>
                  <a:pt x="1598" y="304"/>
                  <a:pt x="1598" y="304"/>
                  <a:pt x="1598" y="304"/>
                </a:cubicBezTo>
                <a:cubicBezTo>
                  <a:pt x="1598" y="279"/>
                  <a:pt x="1598" y="279"/>
                  <a:pt x="1598" y="279"/>
                </a:cubicBezTo>
                <a:cubicBezTo>
                  <a:pt x="1513" y="279"/>
                  <a:pt x="1513" y="279"/>
                  <a:pt x="1513" y="279"/>
                </a:cubicBezTo>
                <a:cubicBezTo>
                  <a:pt x="1513" y="196"/>
                  <a:pt x="1513" y="196"/>
                  <a:pt x="1513" y="196"/>
                </a:cubicBezTo>
                <a:lnTo>
                  <a:pt x="1604" y="196"/>
                </a:lnTo>
                <a:close/>
                <a:moveTo>
                  <a:pt x="788" y="428"/>
                </a:moveTo>
                <a:cubicBezTo>
                  <a:pt x="816" y="428"/>
                  <a:pt x="816" y="428"/>
                  <a:pt x="816" y="428"/>
                </a:cubicBezTo>
                <a:cubicBezTo>
                  <a:pt x="816" y="171"/>
                  <a:pt x="816" y="171"/>
                  <a:pt x="816" y="171"/>
                </a:cubicBezTo>
                <a:cubicBezTo>
                  <a:pt x="788" y="171"/>
                  <a:pt x="788" y="171"/>
                  <a:pt x="788" y="171"/>
                </a:cubicBezTo>
                <a:lnTo>
                  <a:pt x="788" y="428"/>
                </a:lnTo>
                <a:close/>
                <a:moveTo>
                  <a:pt x="246" y="269"/>
                </a:moveTo>
                <a:cubicBezTo>
                  <a:pt x="246" y="311"/>
                  <a:pt x="246" y="349"/>
                  <a:pt x="248" y="384"/>
                </a:cubicBezTo>
                <a:cubicBezTo>
                  <a:pt x="248" y="384"/>
                  <a:pt x="248" y="384"/>
                  <a:pt x="248" y="384"/>
                </a:cubicBezTo>
                <a:cubicBezTo>
                  <a:pt x="247" y="382"/>
                  <a:pt x="247" y="380"/>
                  <a:pt x="245" y="377"/>
                </a:cubicBezTo>
                <a:cubicBezTo>
                  <a:pt x="222" y="315"/>
                  <a:pt x="159" y="170"/>
                  <a:pt x="159" y="170"/>
                </a:cubicBezTo>
                <a:cubicBezTo>
                  <a:pt x="124" y="170"/>
                  <a:pt x="124" y="170"/>
                  <a:pt x="124" y="170"/>
                </a:cubicBezTo>
                <a:cubicBezTo>
                  <a:pt x="124" y="427"/>
                  <a:pt x="124" y="427"/>
                  <a:pt x="124" y="427"/>
                </a:cubicBezTo>
                <a:cubicBezTo>
                  <a:pt x="151" y="427"/>
                  <a:pt x="151" y="427"/>
                  <a:pt x="151" y="427"/>
                </a:cubicBezTo>
                <a:cubicBezTo>
                  <a:pt x="151" y="327"/>
                  <a:pt x="151" y="327"/>
                  <a:pt x="151" y="327"/>
                </a:cubicBezTo>
                <a:cubicBezTo>
                  <a:pt x="151" y="281"/>
                  <a:pt x="150" y="239"/>
                  <a:pt x="148" y="207"/>
                </a:cubicBezTo>
                <a:cubicBezTo>
                  <a:pt x="149" y="207"/>
                  <a:pt x="149" y="207"/>
                  <a:pt x="149" y="207"/>
                </a:cubicBezTo>
                <a:cubicBezTo>
                  <a:pt x="149" y="207"/>
                  <a:pt x="149" y="207"/>
                  <a:pt x="149" y="208"/>
                </a:cubicBezTo>
                <a:cubicBezTo>
                  <a:pt x="149" y="209"/>
                  <a:pt x="150" y="211"/>
                  <a:pt x="151" y="214"/>
                </a:cubicBezTo>
                <a:cubicBezTo>
                  <a:pt x="169" y="257"/>
                  <a:pt x="239" y="427"/>
                  <a:pt x="239" y="427"/>
                </a:cubicBezTo>
                <a:cubicBezTo>
                  <a:pt x="272" y="427"/>
                  <a:pt x="272" y="427"/>
                  <a:pt x="272" y="427"/>
                </a:cubicBezTo>
                <a:cubicBezTo>
                  <a:pt x="272" y="170"/>
                  <a:pt x="272" y="170"/>
                  <a:pt x="272" y="170"/>
                </a:cubicBezTo>
                <a:cubicBezTo>
                  <a:pt x="246" y="170"/>
                  <a:pt x="246" y="170"/>
                  <a:pt x="246" y="170"/>
                </a:cubicBezTo>
                <a:lnTo>
                  <a:pt x="246" y="269"/>
                </a:lnTo>
                <a:close/>
                <a:moveTo>
                  <a:pt x="858" y="56"/>
                </a:moveTo>
                <a:cubicBezTo>
                  <a:pt x="858" y="87"/>
                  <a:pt x="833" y="113"/>
                  <a:pt x="802" y="113"/>
                </a:cubicBezTo>
                <a:cubicBezTo>
                  <a:pt x="771" y="113"/>
                  <a:pt x="746" y="87"/>
                  <a:pt x="746" y="56"/>
                </a:cubicBezTo>
                <a:cubicBezTo>
                  <a:pt x="746" y="25"/>
                  <a:pt x="771" y="0"/>
                  <a:pt x="802" y="0"/>
                </a:cubicBezTo>
                <a:cubicBezTo>
                  <a:pt x="833" y="0"/>
                  <a:pt x="858" y="25"/>
                  <a:pt x="858" y="56"/>
                </a:cubicBezTo>
                <a:close/>
                <a:moveTo>
                  <a:pt x="831" y="56"/>
                </a:moveTo>
                <a:cubicBezTo>
                  <a:pt x="831" y="40"/>
                  <a:pt x="818" y="27"/>
                  <a:pt x="802" y="27"/>
                </a:cubicBezTo>
                <a:cubicBezTo>
                  <a:pt x="786" y="27"/>
                  <a:pt x="773" y="40"/>
                  <a:pt x="773" y="56"/>
                </a:cubicBezTo>
                <a:cubicBezTo>
                  <a:pt x="773" y="72"/>
                  <a:pt x="786" y="85"/>
                  <a:pt x="802" y="85"/>
                </a:cubicBezTo>
                <a:cubicBezTo>
                  <a:pt x="818" y="85"/>
                  <a:pt x="831" y="72"/>
                  <a:pt x="831" y="5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805A7A31-19A8-1814-8B66-EFABDB09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85800" y="6123044"/>
            <a:ext cx="601663" cy="164160"/>
          </a:xfrm>
          <a:custGeom>
            <a:avLst/>
            <a:gdLst>
              <a:gd name="T0" fmla="*/ 28 w 1604"/>
              <a:gd name="T1" fmla="*/ 171 h 432"/>
              <a:gd name="T2" fmla="*/ 0 w 1604"/>
              <a:gd name="T3" fmla="*/ 428 h 432"/>
              <a:gd name="T4" fmla="*/ 340 w 1604"/>
              <a:gd name="T5" fmla="*/ 196 h 432"/>
              <a:gd name="T6" fmla="*/ 397 w 1604"/>
              <a:gd name="T7" fmla="*/ 428 h 432"/>
              <a:gd name="T8" fmla="*/ 426 w 1604"/>
              <a:gd name="T9" fmla="*/ 196 h 432"/>
              <a:gd name="T10" fmla="*/ 483 w 1604"/>
              <a:gd name="T11" fmla="*/ 171 h 432"/>
              <a:gd name="T12" fmla="*/ 340 w 1604"/>
              <a:gd name="T13" fmla="*/ 196 h 432"/>
              <a:gd name="T14" fmla="*/ 626 w 1604"/>
              <a:gd name="T15" fmla="*/ 407 h 432"/>
              <a:gd name="T16" fmla="*/ 584 w 1604"/>
              <a:gd name="T17" fmla="*/ 171 h 432"/>
              <a:gd name="T18" fmla="*/ 555 w 1604"/>
              <a:gd name="T19" fmla="*/ 353 h 432"/>
              <a:gd name="T20" fmla="*/ 697 w 1604"/>
              <a:gd name="T21" fmla="*/ 351 h 432"/>
              <a:gd name="T22" fmla="*/ 669 w 1604"/>
              <a:gd name="T23" fmla="*/ 171 h 432"/>
              <a:gd name="T24" fmla="*/ 898 w 1604"/>
              <a:gd name="T25" fmla="*/ 196 h 432"/>
              <a:gd name="T26" fmla="*/ 956 w 1604"/>
              <a:gd name="T27" fmla="*/ 428 h 432"/>
              <a:gd name="T28" fmla="*/ 984 w 1604"/>
              <a:gd name="T29" fmla="*/ 196 h 432"/>
              <a:gd name="T30" fmla="*/ 1041 w 1604"/>
              <a:gd name="T31" fmla="*/ 171 h 432"/>
              <a:gd name="T32" fmla="*/ 898 w 1604"/>
              <a:gd name="T33" fmla="*/ 196 h 432"/>
              <a:gd name="T34" fmla="*/ 1155 w 1604"/>
              <a:gd name="T35" fmla="*/ 428 h 432"/>
              <a:gd name="T36" fmla="*/ 1127 w 1604"/>
              <a:gd name="T37" fmla="*/ 171 h 432"/>
              <a:gd name="T38" fmla="*/ 1345 w 1604"/>
              <a:gd name="T39" fmla="*/ 292 h 432"/>
              <a:gd name="T40" fmla="*/ 1320 w 1604"/>
              <a:gd name="T41" fmla="*/ 398 h 432"/>
              <a:gd name="T42" fmla="*/ 1270 w 1604"/>
              <a:gd name="T43" fmla="*/ 171 h 432"/>
              <a:gd name="T44" fmla="*/ 1303 w 1604"/>
              <a:gd name="T45" fmla="*/ 428 h 432"/>
              <a:gd name="T46" fmla="*/ 1403 w 1604"/>
              <a:gd name="T47" fmla="*/ 171 h 432"/>
              <a:gd name="T48" fmla="*/ 1345 w 1604"/>
              <a:gd name="T49" fmla="*/ 292 h 432"/>
              <a:gd name="T50" fmla="*/ 1604 w 1604"/>
              <a:gd name="T51" fmla="*/ 171 h 432"/>
              <a:gd name="T52" fmla="*/ 1485 w 1604"/>
              <a:gd name="T53" fmla="*/ 428 h 432"/>
              <a:gd name="T54" fmla="*/ 1604 w 1604"/>
              <a:gd name="T55" fmla="*/ 403 h 432"/>
              <a:gd name="T56" fmla="*/ 1513 w 1604"/>
              <a:gd name="T57" fmla="*/ 304 h 432"/>
              <a:gd name="T58" fmla="*/ 1598 w 1604"/>
              <a:gd name="T59" fmla="*/ 279 h 432"/>
              <a:gd name="T60" fmla="*/ 1513 w 1604"/>
              <a:gd name="T61" fmla="*/ 196 h 432"/>
              <a:gd name="T62" fmla="*/ 788 w 1604"/>
              <a:gd name="T63" fmla="*/ 428 h 432"/>
              <a:gd name="T64" fmla="*/ 816 w 1604"/>
              <a:gd name="T65" fmla="*/ 171 h 432"/>
              <a:gd name="T66" fmla="*/ 788 w 1604"/>
              <a:gd name="T67" fmla="*/ 428 h 432"/>
              <a:gd name="T68" fmla="*/ 248 w 1604"/>
              <a:gd name="T69" fmla="*/ 384 h 432"/>
              <a:gd name="T70" fmla="*/ 245 w 1604"/>
              <a:gd name="T71" fmla="*/ 377 h 432"/>
              <a:gd name="T72" fmla="*/ 124 w 1604"/>
              <a:gd name="T73" fmla="*/ 170 h 432"/>
              <a:gd name="T74" fmla="*/ 151 w 1604"/>
              <a:gd name="T75" fmla="*/ 427 h 432"/>
              <a:gd name="T76" fmla="*/ 148 w 1604"/>
              <a:gd name="T77" fmla="*/ 207 h 432"/>
              <a:gd name="T78" fmla="*/ 149 w 1604"/>
              <a:gd name="T79" fmla="*/ 208 h 432"/>
              <a:gd name="T80" fmla="*/ 239 w 1604"/>
              <a:gd name="T81" fmla="*/ 427 h 432"/>
              <a:gd name="T82" fmla="*/ 272 w 1604"/>
              <a:gd name="T83" fmla="*/ 170 h 432"/>
              <a:gd name="T84" fmla="*/ 246 w 1604"/>
              <a:gd name="T85" fmla="*/ 269 h 432"/>
              <a:gd name="T86" fmla="*/ 802 w 1604"/>
              <a:gd name="T87" fmla="*/ 113 h 432"/>
              <a:gd name="T88" fmla="*/ 802 w 1604"/>
              <a:gd name="T89" fmla="*/ 0 h 432"/>
              <a:gd name="T90" fmla="*/ 831 w 1604"/>
              <a:gd name="T91" fmla="*/ 56 h 432"/>
              <a:gd name="T92" fmla="*/ 773 w 1604"/>
              <a:gd name="T93" fmla="*/ 56 h 432"/>
              <a:gd name="T94" fmla="*/ 831 w 1604"/>
              <a:gd name="T95" fmla="*/ 56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04" h="432">
                <a:moveTo>
                  <a:pt x="0" y="171"/>
                </a:moveTo>
                <a:cubicBezTo>
                  <a:pt x="28" y="171"/>
                  <a:pt x="28" y="171"/>
                  <a:pt x="28" y="171"/>
                </a:cubicBezTo>
                <a:cubicBezTo>
                  <a:pt x="28" y="428"/>
                  <a:pt x="28" y="428"/>
                  <a:pt x="28" y="428"/>
                </a:cubicBezTo>
                <a:cubicBezTo>
                  <a:pt x="0" y="428"/>
                  <a:pt x="0" y="428"/>
                  <a:pt x="0" y="428"/>
                </a:cubicBezTo>
                <a:lnTo>
                  <a:pt x="0" y="171"/>
                </a:lnTo>
                <a:close/>
                <a:moveTo>
                  <a:pt x="340" y="196"/>
                </a:moveTo>
                <a:cubicBezTo>
                  <a:pt x="397" y="196"/>
                  <a:pt x="397" y="196"/>
                  <a:pt x="397" y="196"/>
                </a:cubicBezTo>
                <a:cubicBezTo>
                  <a:pt x="397" y="428"/>
                  <a:pt x="397" y="428"/>
                  <a:pt x="397" y="428"/>
                </a:cubicBezTo>
                <a:cubicBezTo>
                  <a:pt x="426" y="428"/>
                  <a:pt x="426" y="428"/>
                  <a:pt x="426" y="428"/>
                </a:cubicBezTo>
                <a:cubicBezTo>
                  <a:pt x="426" y="196"/>
                  <a:pt x="426" y="196"/>
                  <a:pt x="426" y="196"/>
                </a:cubicBezTo>
                <a:cubicBezTo>
                  <a:pt x="483" y="196"/>
                  <a:pt x="483" y="196"/>
                  <a:pt x="483" y="196"/>
                </a:cubicBezTo>
                <a:cubicBezTo>
                  <a:pt x="483" y="171"/>
                  <a:pt x="483" y="171"/>
                  <a:pt x="483" y="171"/>
                </a:cubicBezTo>
                <a:cubicBezTo>
                  <a:pt x="340" y="171"/>
                  <a:pt x="340" y="171"/>
                  <a:pt x="340" y="171"/>
                </a:cubicBezTo>
                <a:lnTo>
                  <a:pt x="340" y="196"/>
                </a:lnTo>
                <a:close/>
                <a:moveTo>
                  <a:pt x="669" y="351"/>
                </a:moveTo>
                <a:cubicBezTo>
                  <a:pt x="669" y="384"/>
                  <a:pt x="660" y="407"/>
                  <a:pt x="626" y="407"/>
                </a:cubicBezTo>
                <a:cubicBezTo>
                  <a:pt x="592" y="407"/>
                  <a:pt x="584" y="379"/>
                  <a:pt x="584" y="351"/>
                </a:cubicBezTo>
                <a:cubicBezTo>
                  <a:pt x="584" y="171"/>
                  <a:pt x="584" y="171"/>
                  <a:pt x="584" y="171"/>
                </a:cubicBezTo>
                <a:cubicBezTo>
                  <a:pt x="555" y="171"/>
                  <a:pt x="555" y="171"/>
                  <a:pt x="555" y="171"/>
                </a:cubicBezTo>
                <a:cubicBezTo>
                  <a:pt x="555" y="353"/>
                  <a:pt x="555" y="353"/>
                  <a:pt x="555" y="353"/>
                </a:cubicBezTo>
                <a:cubicBezTo>
                  <a:pt x="555" y="400"/>
                  <a:pt x="573" y="432"/>
                  <a:pt x="625" y="432"/>
                </a:cubicBezTo>
                <a:cubicBezTo>
                  <a:pt x="679" y="432"/>
                  <a:pt x="697" y="398"/>
                  <a:pt x="697" y="351"/>
                </a:cubicBezTo>
                <a:cubicBezTo>
                  <a:pt x="697" y="171"/>
                  <a:pt x="697" y="171"/>
                  <a:pt x="697" y="171"/>
                </a:cubicBezTo>
                <a:cubicBezTo>
                  <a:pt x="669" y="171"/>
                  <a:pt x="669" y="171"/>
                  <a:pt x="669" y="171"/>
                </a:cubicBezTo>
                <a:lnTo>
                  <a:pt x="669" y="351"/>
                </a:lnTo>
                <a:close/>
                <a:moveTo>
                  <a:pt x="898" y="196"/>
                </a:moveTo>
                <a:cubicBezTo>
                  <a:pt x="956" y="196"/>
                  <a:pt x="956" y="196"/>
                  <a:pt x="956" y="196"/>
                </a:cubicBezTo>
                <a:cubicBezTo>
                  <a:pt x="956" y="428"/>
                  <a:pt x="956" y="428"/>
                  <a:pt x="956" y="428"/>
                </a:cubicBezTo>
                <a:cubicBezTo>
                  <a:pt x="984" y="428"/>
                  <a:pt x="984" y="428"/>
                  <a:pt x="984" y="428"/>
                </a:cubicBezTo>
                <a:cubicBezTo>
                  <a:pt x="984" y="196"/>
                  <a:pt x="984" y="196"/>
                  <a:pt x="984" y="196"/>
                </a:cubicBezTo>
                <a:cubicBezTo>
                  <a:pt x="1041" y="196"/>
                  <a:pt x="1041" y="196"/>
                  <a:pt x="1041" y="196"/>
                </a:cubicBezTo>
                <a:cubicBezTo>
                  <a:pt x="1041" y="171"/>
                  <a:pt x="1041" y="171"/>
                  <a:pt x="1041" y="171"/>
                </a:cubicBezTo>
                <a:cubicBezTo>
                  <a:pt x="898" y="171"/>
                  <a:pt x="898" y="171"/>
                  <a:pt x="898" y="171"/>
                </a:cubicBezTo>
                <a:lnTo>
                  <a:pt x="898" y="196"/>
                </a:lnTo>
                <a:close/>
                <a:moveTo>
                  <a:pt x="1127" y="428"/>
                </a:moveTo>
                <a:cubicBezTo>
                  <a:pt x="1155" y="428"/>
                  <a:pt x="1155" y="428"/>
                  <a:pt x="1155" y="428"/>
                </a:cubicBezTo>
                <a:cubicBezTo>
                  <a:pt x="1155" y="171"/>
                  <a:pt x="1155" y="171"/>
                  <a:pt x="1155" y="171"/>
                </a:cubicBezTo>
                <a:cubicBezTo>
                  <a:pt x="1127" y="171"/>
                  <a:pt x="1127" y="171"/>
                  <a:pt x="1127" y="171"/>
                </a:cubicBezTo>
                <a:lnTo>
                  <a:pt x="1127" y="428"/>
                </a:lnTo>
                <a:close/>
                <a:moveTo>
                  <a:pt x="1345" y="292"/>
                </a:moveTo>
                <a:cubicBezTo>
                  <a:pt x="1336" y="329"/>
                  <a:pt x="1323" y="376"/>
                  <a:pt x="1320" y="398"/>
                </a:cubicBezTo>
                <a:cubicBezTo>
                  <a:pt x="1320" y="398"/>
                  <a:pt x="1320" y="398"/>
                  <a:pt x="1320" y="398"/>
                </a:cubicBezTo>
                <a:cubicBezTo>
                  <a:pt x="1316" y="373"/>
                  <a:pt x="1306" y="328"/>
                  <a:pt x="1298" y="292"/>
                </a:cubicBezTo>
                <a:cubicBezTo>
                  <a:pt x="1270" y="171"/>
                  <a:pt x="1270" y="171"/>
                  <a:pt x="1270" y="171"/>
                </a:cubicBezTo>
                <a:cubicBezTo>
                  <a:pt x="1239" y="171"/>
                  <a:pt x="1239" y="171"/>
                  <a:pt x="1239" y="171"/>
                </a:cubicBezTo>
                <a:cubicBezTo>
                  <a:pt x="1303" y="428"/>
                  <a:pt x="1303" y="428"/>
                  <a:pt x="1303" y="428"/>
                </a:cubicBezTo>
                <a:cubicBezTo>
                  <a:pt x="1337" y="428"/>
                  <a:pt x="1337" y="428"/>
                  <a:pt x="1337" y="428"/>
                </a:cubicBezTo>
                <a:cubicBezTo>
                  <a:pt x="1403" y="171"/>
                  <a:pt x="1403" y="171"/>
                  <a:pt x="1403" y="171"/>
                </a:cubicBezTo>
                <a:cubicBezTo>
                  <a:pt x="1374" y="171"/>
                  <a:pt x="1374" y="171"/>
                  <a:pt x="1374" y="171"/>
                </a:cubicBezTo>
                <a:lnTo>
                  <a:pt x="1345" y="292"/>
                </a:lnTo>
                <a:close/>
                <a:moveTo>
                  <a:pt x="1604" y="196"/>
                </a:moveTo>
                <a:cubicBezTo>
                  <a:pt x="1604" y="171"/>
                  <a:pt x="1604" y="171"/>
                  <a:pt x="1604" y="171"/>
                </a:cubicBezTo>
                <a:cubicBezTo>
                  <a:pt x="1485" y="171"/>
                  <a:pt x="1485" y="171"/>
                  <a:pt x="1485" y="171"/>
                </a:cubicBezTo>
                <a:cubicBezTo>
                  <a:pt x="1485" y="428"/>
                  <a:pt x="1485" y="428"/>
                  <a:pt x="1485" y="428"/>
                </a:cubicBezTo>
                <a:cubicBezTo>
                  <a:pt x="1604" y="428"/>
                  <a:pt x="1604" y="428"/>
                  <a:pt x="1604" y="428"/>
                </a:cubicBezTo>
                <a:cubicBezTo>
                  <a:pt x="1604" y="403"/>
                  <a:pt x="1604" y="403"/>
                  <a:pt x="1604" y="403"/>
                </a:cubicBezTo>
                <a:cubicBezTo>
                  <a:pt x="1513" y="403"/>
                  <a:pt x="1513" y="403"/>
                  <a:pt x="1513" y="403"/>
                </a:cubicBezTo>
                <a:cubicBezTo>
                  <a:pt x="1513" y="304"/>
                  <a:pt x="1513" y="304"/>
                  <a:pt x="1513" y="304"/>
                </a:cubicBezTo>
                <a:cubicBezTo>
                  <a:pt x="1598" y="304"/>
                  <a:pt x="1598" y="304"/>
                  <a:pt x="1598" y="304"/>
                </a:cubicBezTo>
                <a:cubicBezTo>
                  <a:pt x="1598" y="279"/>
                  <a:pt x="1598" y="279"/>
                  <a:pt x="1598" y="279"/>
                </a:cubicBezTo>
                <a:cubicBezTo>
                  <a:pt x="1513" y="279"/>
                  <a:pt x="1513" y="279"/>
                  <a:pt x="1513" y="279"/>
                </a:cubicBezTo>
                <a:cubicBezTo>
                  <a:pt x="1513" y="196"/>
                  <a:pt x="1513" y="196"/>
                  <a:pt x="1513" y="196"/>
                </a:cubicBezTo>
                <a:lnTo>
                  <a:pt x="1604" y="196"/>
                </a:lnTo>
                <a:close/>
                <a:moveTo>
                  <a:pt x="788" y="428"/>
                </a:moveTo>
                <a:cubicBezTo>
                  <a:pt x="816" y="428"/>
                  <a:pt x="816" y="428"/>
                  <a:pt x="816" y="428"/>
                </a:cubicBezTo>
                <a:cubicBezTo>
                  <a:pt x="816" y="171"/>
                  <a:pt x="816" y="171"/>
                  <a:pt x="816" y="171"/>
                </a:cubicBezTo>
                <a:cubicBezTo>
                  <a:pt x="788" y="171"/>
                  <a:pt x="788" y="171"/>
                  <a:pt x="788" y="171"/>
                </a:cubicBezTo>
                <a:lnTo>
                  <a:pt x="788" y="428"/>
                </a:lnTo>
                <a:close/>
                <a:moveTo>
                  <a:pt x="246" y="269"/>
                </a:moveTo>
                <a:cubicBezTo>
                  <a:pt x="246" y="311"/>
                  <a:pt x="246" y="349"/>
                  <a:pt x="248" y="384"/>
                </a:cubicBezTo>
                <a:cubicBezTo>
                  <a:pt x="248" y="384"/>
                  <a:pt x="248" y="384"/>
                  <a:pt x="248" y="384"/>
                </a:cubicBezTo>
                <a:cubicBezTo>
                  <a:pt x="247" y="382"/>
                  <a:pt x="247" y="380"/>
                  <a:pt x="245" y="377"/>
                </a:cubicBezTo>
                <a:cubicBezTo>
                  <a:pt x="222" y="315"/>
                  <a:pt x="159" y="170"/>
                  <a:pt x="159" y="170"/>
                </a:cubicBezTo>
                <a:cubicBezTo>
                  <a:pt x="124" y="170"/>
                  <a:pt x="124" y="170"/>
                  <a:pt x="124" y="170"/>
                </a:cubicBezTo>
                <a:cubicBezTo>
                  <a:pt x="124" y="427"/>
                  <a:pt x="124" y="427"/>
                  <a:pt x="124" y="427"/>
                </a:cubicBezTo>
                <a:cubicBezTo>
                  <a:pt x="151" y="427"/>
                  <a:pt x="151" y="427"/>
                  <a:pt x="151" y="427"/>
                </a:cubicBezTo>
                <a:cubicBezTo>
                  <a:pt x="151" y="327"/>
                  <a:pt x="151" y="327"/>
                  <a:pt x="151" y="327"/>
                </a:cubicBezTo>
                <a:cubicBezTo>
                  <a:pt x="151" y="281"/>
                  <a:pt x="150" y="239"/>
                  <a:pt x="148" y="207"/>
                </a:cubicBezTo>
                <a:cubicBezTo>
                  <a:pt x="149" y="207"/>
                  <a:pt x="149" y="207"/>
                  <a:pt x="149" y="207"/>
                </a:cubicBezTo>
                <a:cubicBezTo>
                  <a:pt x="149" y="207"/>
                  <a:pt x="149" y="207"/>
                  <a:pt x="149" y="208"/>
                </a:cubicBezTo>
                <a:cubicBezTo>
                  <a:pt x="149" y="209"/>
                  <a:pt x="150" y="211"/>
                  <a:pt x="151" y="214"/>
                </a:cubicBezTo>
                <a:cubicBezTo>
                  <a:pt x="169" y="257"/>
                  <a:pt x="239" y="427"/>
                  <a:pt x="239" y="427"/>
                </a:cubicBezTo>
                <a:cubicBezTo>
                  <a:pt x="272" y="427"/>
                  <a:pt x="272" y="427"/>
                  <a:pt x="272" y="427"/>
                </a:cubicBezTo>
                <a:cubicBezTo>
                  <a:pt x="272" y="170"/>
                  <a:pt x="272" y="170"/>
                  <a:pt x="272" y="170"/>
                </a:cubicBezTo>
                <a:cubicBezTo>
                  <a:pt x="246" y="170"/>
                  <a:pt x="246" y="170"/>
                  <a:pt x="246" y="170"/>
                </a:cubicBezTo>
                <a:lnTo>
                  <a:pt x="246" y="269"/>
                </a:lnTo>
                <a:close/>
                <a:moveTo>
                  <a:pt x="858" y="56"/>
                </a:moveTo>
                <a:cubicBezTo>
                  <a:pt x="858" y="87"/>
                  <a:pt x="833" y="113"/>
                  <a:pt x="802" y="113"/>
                </a:cubicBezTo>
                <a:cubicBezTo>
                  <a:pt x="771" y="113"/>
                  <a:pt x="746" y="87"/>
                  <a:pt x="746" y="56"/>
                </a:cubicBezTo>
                <a:cubicBezTo>
                  <a:pt x="746" y="25"/>
                  <a:pt x="771" y="0"/>
                  <a:pt x="802" y="0"/>
                </a:cubicBezTo>
                <a:cubicBezTo>
                  <a:pt x="833" y="0"/>
                  <a:pt x="858" y="25"/>
                  <a:pt x="858" y="56"/>
                </a:cubicBezTo>
                <a:close/>
                <a:moveTo>
                  <a:pt x="831" y="56"/>
                </a:moveTo>
                <a:cubicBezTo>
                  <a:pt x="831" y="40"/>
                  <a:pt x="818" y="27"/>
                  <a:pt x="802" y="27"/>
                </a:cubicBezTo>
                <a:cubicBezTo>
                  <a:pt x="786" y="27"/>
                  <a:pt x="773" y="40"/>
                  <a:pt x="773" y="56"/>
                </a:cubicBezTo>
                <a:cubicBezTo>
                  <a:pt x="773" y="72"/>
                  <a:pt x="786" y="85"/>
                  <a:pt x="802" y="85"/>
                </a:cubicBezTo>
                <a:cubicBezTo>
                  <a:pt x="818" y="85"/>
                  <a:pt x="831" y="72"/>
                  <a:pt x="831" y="5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25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  <p:sldLayoutId id="2147483977" r:id="rId12"/>
    <p:sldLayoutId id="2147483978" r:id="rId13"/>
    <p:sldLayoutId id="2147483979" r:id="rId14"/>
    <p:sldLayoutId id="2147483980" r:id="rId15"/>
    <p:sldLayoutId id="2147483981" r:id="rId16"/>
    <p:sldLayoutId id="2147483982" r:id="rId17"/>
    <p:sldLayoutId id="2147483983" r:id="rId18"/>
    <p:sldLayoutId id="2147483984" r:id="rId19"/>
    <p:sldLayoutId id="2147483986" r:id="rId20"/>
    <p:sldLayoutId id="2147483985" r:id="rId21"/>
    <p:sldLayoutId id="2147483987" r:id="rId22"/>
    <p:sldLayoutId id="2147483988" r:id="rId23"/>
    <p:sldLayoutId id="2147483989" r:id="rId24"/>
    <p:sldLayoutId id="2147483990" r:id="rId25"/>
  </p:sldLayoutIdLst>
  <p:transition>
    <p:fade/>
  </p:transition>
  <p:hf hdr="0" dt="0"/>
  <p:txStyles>
    <p:titleStyle>
      <a:lvl1pPr algn="l" defTabSz="914400" rtl="0" eaLnBrk="1" latinLnBrk="1" hangingPunct="1">
        <a:lnSpc>
          <a:spcPct val="94000"/>
        </a:lnSpc>
        <a:spcBef>
          <a:spcPct val="0"/>
        </a:spcBef>
        <a:buNone/>
        <a:defRPr sz="3200" b="0" kern="1200" spc="-50" baseline="0">
          <a:solidFill>
            <a:schemeClr val="tx1"/>
          </a:solidFill>
          <a:latin typeface="Avenir Next LT Pro Light" panose="020B03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ct val="110000"/>
        </a:lnSpc>
        <a:spcBef>
          <a:spcPts val="300"/>
        </a:spcBef>
        <a:spcAft>
          <a:spcPts val="900"/>
        </a:spcAft>
        <a:buFont typeface="Arial" panose="020B0604020202020204" pitchFamily="34" charset="0"/>
        <a:buChar char="​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1" hangingPunct="1">
        <a:lnSpc>
          <a:spcPct val="110000"/>
        </a:lnSpc>
        <a:spcBef>
          <a:spcPts val="300"/>
        </a:spcBef>
        <a:spcAft>
          <a:spcPts val="600"/>
        </a:spcAft>
        <a:buSzPct val="110000"/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" indent="-137160" algn="l" defTabSz="914400" rtl="0" eaLnBrk="1" latinLnBrk="1" hangingPunct="1">
        <a:lnSpc>
          <a:spcPct val="110000"/>
        </a:lnSpc>
        <a:spcBef>
          <a:spcPts val="0"/>
        </a:spcBef>
        <a:spcAft>
          <a:spcPts val="600"/>
        </a:spcAft>
        <a:buSzPct val="110000"/>
        <a:buFont typeface="Avenir Next LT Pro" panose="020B0504020202020204" pitchFamily="34" charset="0"/>
        <a:buChar char="·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1" hangingPunct="1">
        <a:lnSpc>
          <a:spcPct val="97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2400" b="0" kern="1200" spc="-50" baseline="0" dirty="0" smtClean="0">
          <a:solidFill>
            <a:srgbClr val="3D4DFF"/>
          </a:solidFill>
          <a:latin typeface="+mj-lt"/>
          <a:ea typeface="+mn-ea"/>
          <a:cs typeface="+mn-cs"/>
        </a:defRPr>
      </a:lvl4pPr>
      <a:lvl5pPr marL="0" indent="0" algn="l" defTabSz="914400" rtl="0" eaLnBrk="1" latinLnBrk="1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None/>
        <a:defRPr lang="en-US" sz="1800" b="1" kern="1200" spc="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1" hangingPunct="1">
        <a:lnSpc>
          <a:spcPct val="90000"/>
        </a:lnSpc>
        <a:spcBef>
          <a:spcPts val="1800"/>
        </a:spcBef>
        <a:spcAft>
          <a:spcPts val="0"/>
        </a:spcAft>
        <a:buFont typeface="Arial" panose="020B0604020202020204" pitchFamily="34" charset="0"/>
        <a:buChar char="​"/>
        <a:defRPr sz="4400" kern="1200" spc="-50" baseline="0">
          <a:solidFill>
            <a:schemeClr val="accent1"/>
          </a:solidFill>
          <a:latin typeface="Avenir Next LT Pro Light" panose="020B0304020202020204" pitchFamily="34" charset="0"/>
          <a:ea typeface="+mn-ea"/>
          <a:cs typeface="+mn-cs"/>
        </a:defRPr>
      </a:lvl6pPr>
      <a:lvl7pPr marL="0" indent="0" algn="l" defTabSz="914400" rtl="0" eaLnBrk="1" latinLnBrk="1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1" hangingPunct="1">
        <a:lnSpc>
          <a:spcPct val="110000"/>
        </a:lnSpc>
        <a:spcBef>
          <a:spcPts val="300"/>
        </a:spcBef>
        <a:spcAft>
          <a:spcPts val="600"/>
        </a:spcAft>
        <a:buFont typeface="Arial" panose="020B0604020202020204" pitchFamily="34" charset="0"/>
        <a:buChar char="​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1" hangingPunct="1">
        <a:lnSpc>
          <a:spcPct val="110000"/>
        </a:lnSpc>
        <a:spcBef>
          <a:spcPts val="300"/>
        </a:spcBef>
        <a:spcAft>
          <a:spcPts val="0"/>
        </a:spcAft>
        <a:buFont typeface="Arial" panose="020B0604020202020204" pitchFamily="34" charset="0"/>
        <a:buChar char="​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79" pos="432" userDrawn="1">
          <p15:clr>
            <a:srgbClr val="C35EA4"/>
          </p15:clr>
        </p15:guide>
        <p15:guide id="780" pos="648" userDrawn="1">
          <p15:clr>
            <a:srgbClr val="DCDCDC"/>
          </p15:clr>
        </p15:guide>
        <p15:guide id="781" pos="867" userDrawn="1">
          <p15:clr>
            <a:srgbClr val="A4A3A4"/>
          </p15:clr>
        </p15:guide>
        <p15:guide id="782" pos="1012" userDrawn="1">
          <p15:clr>
            <a:srgbClr val="A4A3A4"/>
          </p15:clr>
        </p15:guide>
        <p15:guide id="783" pos="1224" userDrawn="1">
          <p15:clr>
            <a:srgbClr val="DCDCDC"/>
          </p15:clr>
        </p15:guide>
        <p15:guide id="784" pos="1447" userDrawn="1">
          <p15:clr>
            <a:srgbClr val="C35EA4"/>
          </p15:clr>
        </p15:guide>
        <p15:guide id="785" pos="1592" userDrawn="1">
          <p15:clr>
            <a:srgbClr val="C35EA4"/>
          </p15:clr>
        </p15:guide>
        <p15:guide id="786" pos="1804" userDrawn="1">
          <p15:clr>
            <a:srgbClr val="DCDCDC"/>
          </p15:clr>
        </p15:guide>
        <p15:guide id="787" pos="2027" userDrawn="1">
          <p15:clr>
            <a:srgbClr val="A4A3A4"/>
          </p15:clr>
        </p15:guide>
        <p15:guide id="788" pos="2172" userDrawn="1">
          <p15:clr>
            <a:srgbClr val="A4A3A4"/>
          </p15:clr>
        </p15:guide>
        <p15:guide id="789" pos="2384" userDrawn="1">
          <p15:clr>
            <a:srgbClr val="DCDCDC"/>
          </p15:clr>
        </p15:guide>
        <p15:guide id="790" pos="2607" userDrawn="1">
          <p15:clr>
            <a:srgbClr val="C35EA4"/>
          </p15:clr>
        </p15:guide>
        <p15:guide id="791" pos="2752" userDrawn="1">
          <p15:clr>
            <a:srgbClr val="C35EA4"/>
          </p15:clr>
        </p15:guide>
        <p15:guide id="792" pos="2964" userDrawn="1">
          <p15:clr>
            <a:srgbClr val="DCDCDC"/>
          </p15:clr>
        </p15:guide>
        <p15:guide id="793" pos="3187" userDrawn="1">
          <p15:clr>
            <a:srgbClr val="A4A3A4"/>
          </p15:clr>
        </p15:guide>
        <p15:guide id="794" pos="3332" userDrawn="1">
          <p15:clr>
            <a:srgbClr val="A4A3A4"/>
          </p15:clr>
        </p15:guide>
        <p15:guide id="795" pos="3544" userDrawn="1">
          <p15:clr>
            <a:srgbClr val="DCDCDC"/>
          </p15:clr>
        </p15:guide>
        <p15:guide id="796" pos="3767" userDrawn="1">
          <p15:clr>
            <a:srgbClr val="C35EA4"/>
          </p15:clr>
        </p15:guide>
        <p15:guide id="797" pos="3912" userDrawn="1">
          <p15:clr>
            <a:srgbClr val="C35EA4"/>
          </p15:clr>
        </p15:guide>
        <p15:guide id="798" pos="4122" userDrawn="1">
          <p15:clr>
            <a:srgbClr val="DCDCDC"/>
          </p15:clr>
        </p15:guide>
        <p15:guide id="799" pos="4347" userDrawn="1">
          <p15:clr>
            <a:srgbClr val="A4A3A4"/>
          </p15:clr>
        </p15:guide>
        <p15:guide id="800" pos="4492" userDrawn="1">
          <p15:clr>
            <a:srgbClr val="A4A3A4"/>
          </p15:clr>
        </p15:guide>
        <p15:guide id="801" pos="4704" userDrawn="1">
          <p15:clr>
            <a:srgbClr val="DCDCDC"/>
          </p15:clr>
        </p15:guide>
        <p15:guide id="802" pos="4927" userDrawn="1">
          <p15:clr>
            <a:srgbClr val="C35EA4"/>
          </p15:clr>
        </p15:guide>
        <p15:guide id="803" pos="5072" userDrawn="1">
          <p15:clr>
            <a:srgbClr val="C35EA4"/>
          </p15:clr>
        </p15:guide>
        <p15:guide id="804" pos="5280" userDrawn="1">
          <p15:clr>
            <a:srgbClr val="DCDCDC"/>
          </p15:clr>
        </p15:guide>
        <p15:guide id="805" pos="5507" userDrawn="1">
          <p15:clr>
            <a:srgbClr val="A4A3A4"/>
          </p15:clr>
        </p15:guide>
        <p15:guide id="806" pos="5652" userDrawn="1">
          <p15:clr>
            <a:srgbClr val="A4A3A4"/>
          </p15:clr>
        </p15:guide>
        <p15:guide id="807" pos="5856" userDrawn="1">
          <p15:clr>
            <a:srgbClr val="DCDCDC"/>
          </p15:clr>
        </p15:guide>
        <p15:guide id="808" pos="6087" userDrawn="1">
          <p15:clr>
            <a:srgbClr val="C35EA4"/>
          </p15:clr>
        </p15:guide>
        <p15:guide id="809" pos="6232" userDrawn="1">
          <p15:clr>
            <a:srgbClr val="C35EA4"/>
          </p15:clr>
        </p15:guide>
        <p15:guide id="810" pos="6440" userDrawn="1">
          <p15:clr>
            <a:srgbClr val="DCDCDC"/>
          </p15:clr>
        </p15:guide>
        <p15:guide id="811" pos="6667" userDrawn="1">
          <p15:clr>
            <a:srgbClr val="A4A3A4"/>
          </p15:clr>
        </p15:guide>
        <p15:guide id="812" pos="6812" userDrawn="1">
          <p15:clr>
            <a:srgbClr val="A4A3A4"/>
          </p15:clr>
        </p15:guide>
        <p15:guide id="813" pos="7019" userDrawn="1">
          <p15:clr>
            <a:srgbClr val="DCDCDC"/>
          </p15:clr>
        </p15:guide>
        <p15:guide id="814" pos="7247" userDrawn="1">
          <p15:clr>
            <a:srgbClr val="C35EA4"/>
          </p15:clr>
        </p15:guide>
        <p15:guide id="815" orient="horz" pos="432" userDrawn="1">
          <p15:clr>
            <a:srgbClr val="C35EA4"/>
          </p15:clr>
        </p15:guide>
        <p15:guide id="816" orient="horz" pos="528" userDrawn="1">
          <p15:clr>
            <a:srgbClr val="DCDCDC"/>
          </p15:clr>
        </p15:guide>
        <p15:guide id="817" orient="horz" pos="624" userDrawn="1">
          <p15:clr>
            <a:srgbClr val="DCDCDC"/>
          </p15:clr>
        </p15:guide>
        <p15:guide id="818" orient="horz" pos="816" userDrawn="1">
          <p15:clr>
            <a:srgbClr val="DCDCDC"/>
          </p15:clr>
        </p15:guide>
        <p15:guide id="819" orient="horz" pos="912" userDrawn="1">
          <p15:clr>
            <a:srgbClr val="DCDCDC"/>
          </p15:clr>
        </p15:guide>
        <p15:guide id="820" orient="horz" pos="1104" userDrawn="1">
          <p15:clr>
            <a:srgbClr val="C35EA4"/>
          </p15:clr>
        </p15:guide>
        <p15:guide id="821" orient="horz" pos="1200" userDrawn="1">
          <p15:clr>
            <a:srgbClr val="DCDCDC"/>
          </p15:clr>
        </p15:guide>
        <p15:guide id="822" orient="horz" pos="1389" userDrawn="1">
          <p15:clr>
            <a:srgbClr val="DCDCDC"/>
          </p15:clr>
        </p15:guide>
        <p15:guide id="823" orient="horz" pos="1488" userDrawn="1">
          <p15:clr>
            <a:srgbClr val="DCDCDC"/>
          </p15:clr>
        </p15:guide>
        <p15:guide id="824" orient="horz" pos="1680" userDrawn="1">
          <p15:clr>
            <a:srgbClr val="DCDCDC"/>
          </p15:clr>
        </p15:guide>
        <p15:guide id="825" orient="horz" pos="1776" userDrawn="1">
          <p15:clr>
            <a:srgbClr val="DCDCDC"/>
          </p15:clr>
        </p15:guide>
        <p15:guide id="826" orient="horz" pos="1968" userDrawn="1">
          <p15:clr>
            <a:srgbClr val="DCDCDC"/>
          </p15:clr>
        </p15:guide>
        <p15:guide id="827" orient="horz" pos="2064" userDrawn="1">
          <p15:clr>
            <a:srgbClr val="DCDCDC"/>
          </p15:clr>
        </p15:guide>
        <p15:guide id="828" orient="horz" pos="2256" userDrawn="1">
          <p15:clr>
            <a:srgbClr val="DCDCDC"/>
          </p15:clr>
        </p15:guide>
        <p15:guide id="829" orient="horz" pos="2352" userDrawn="1">
          <p15:clr>
            <a:srgbClr val="DCDCDC"/>
          </p15:clr>
        </p15:guide>
        <p15:guide id="830" orient="horz" pos="2544" userDrawn="1">
          <p15:clr>
            <a:srgbClr val="DCDCDC"/>
          </p15:clr>
        </p15:guide>
        <p15:guide id="831" orient="horz" pos="2640" userDrawn="1">
          <p15:clr>
            <a:srgbClr val="DCDCDC"/>
          </p15:clr>
        </p15:guide>
        <p15:guide id="832" orient="horz" pos="2832" userDrawn="1">
          <p15:clr>
            <a:srgbClr val="DCDCDC"/>
          </p15:clr>
        </p15:guide>
        <p15:guide id="833" orient="horz" pos="2928" userDrawn="1">
          <p15:clr>
            <a:srgbClr val="DCDCDC"/>
          </p15:clr>
        </p15:guide>
        <p15:guide id="834" orient="horz" pos="3120" userDrawn="1">
          <p15:clr>
            <a:srgbClr val="DCDCDC"/>
          </p15:clr>
        </p15:guide>
        <p15:guide id="835" orient="horz" pos="3216" userDrawn="1">
          <p15:clr>
            <a:srgbClr val="DCDCDC"/>
          </p15:clr>
        </p15:guide>
        <p15:guide id="836" orient="horz" pos="3408" userDrawn="1">
          <p15:clr>
            <a:srgbClr val="DCDCDC"/>
          </p15:clr>
        </p15:guide>
        <p15:guide id="837" orient="horz" pos="3504" userDrawn="1">
          <p15:clr>
            <a:srgbClr val="DCDCDC"/>
          </p15:clr>
        </p15:guide>
        <p15:guide id="838" orient="horz" pos="3696" userDrawn="1">
          <p15:clr>
            <a:srgbClr val="DCDCDC"/>
          </p15:clr>
        </p15:guide>
        <p15:guide id="839" orient="horz" pos="3888" userDrawn="1">
          <p15:clr>
            <a:srgbClr val="C35EA4"/>
          </p15:clr>
        </p15:guide>
        <p15:guide id="840" orient="horz" pos="3796" userDrawn="1">
          <p15:clr>
            <a:srgbClr val="DCDCD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4AB19-960C-138D-C5C5-F176EB6E6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0E4224-7B2B-0CC6-A88E-A661D08F15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b="1" dirty="0"/>
              <a:t>Calendar </a:t>
            </a:r>
            <a:r>
              <a:rPr lang="ko-KR" altLang="en-US" dirty="0"/>
              <a:t>사용 방법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B93A55-0CD8-1C35-B5FB-A9685699155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For Intuitive internal use only—may not be shared or distributed.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EB08A-13E3-6056-338A-F8A04AA91EF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6250A5C-E150-4746-9993-6EB08944732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2828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 descr="Table&#10;&#10;Description automatically generated">
            <a:extLst>
              <a:ext uri="{FF2B5EF4-FFF2-40B4-BE49-F238E27FC236}">
                <a16:creationId xmlns:a16="http://schemas.microsoft.com/office/drawing/2014/main" id="{E1B8A1EB-9C37-464F-C640-668F24FDC56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 rotWithShape="1">
          <a:blip r:embed="rId2"/>
          <a:srcRect l="97" t="-303" r="65581" b="403"/>
          <a:stretch/>
        </p:blipFill>
        <p:spPr>
          <a:xfrm>
            <a:off x="3915181" y="1160417"/>
            <a:ext cx="2937058" cy="4604826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B61A8E-8033-0F89-C510-445A882D95A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Intuitive confidential information – Intuitive internal use only – may not be shared or distributed.</a:t>
            </a:r>
          </a:p>
        </p:txBody>
      </p:sp>
      <p:pic>
        <p:nvPicPr>
          <p:cNvPr id="13" name="Picture 13" descr="A picture containing calendar&#10;&#10;Description automatically generated">
            <a:extLst>
              <a:ext uri="{FF2B5EF4-FFF2-40B4-BE49-F238E27FC236}">
                <a16:creationId xmlns:a16="http://schemas.microsoft.com/office/drawing/2014/main" id="{6EA2E8E8-87A7-3D5F-BBE7-57C8795AC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944" y="1160417"/>
            <a:ext cx="4100186" cy="4576628"/>
          </a:xfrm>
          <a:prstGeom prst="rect">
            <a:avLst/>
          </a:prstGeom>
        </p:spPr>
      </p:pic>
      <p:sp>
        <p:nvSpPr>
          <p:cNvPr id="15" name="순서도: 연결자 29">
            <a:extLst>
              <a:ext uri="{FF2B5EF4-FFF2-40B4-BE49-F238E27FC236}">
                <a16:creationId xmlns:a16="http://schemas.microsoft.com/office/drawing/2014/main" id="{22348197-A7AB-166D-73C3-342DC7EF078D}"/>
              </a:ext>
            </a:extLst>
          </p:cNvPr>
          <p:cNvSpPr/>
          <p:nvPr/>
        </p:nvSpPr>
        <p:spPr>
          <a:xfrm>
            <a:off x="3842859" y="2920357"/>
            <a:ext cx="272004" cy="272004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1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16" name="사각형: 둥근 모서리 26">
            <a:extLst>
              <a:ext uri="{FF2B5EF4-FFF2-40B4-BE49-F238E27FC236}">
                <a16:creationId xmlns:a16="http://schemas.microsoft.com/office/drawing/2014/main" id="{A6ED0FEE-2FCE-D382-1123-1B06CFE222A0}"/>
              </a:ext>
            </a:extLst>
          </p:cNvPr>
          <p:cNvSpPr/>
          <p:nvPr/>
        </p:nvSpPr>
        <p:spPr>
          <a:xfrm rot="16200000">
            <a:off x="8891651" y="2600461"/>
            <a:ext cx="181553" cy="1205464"/>
          </a:xfrm>
          <a:prstGeom prst="roundRect">
            <a:avLst/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7" name="순서도: 연결자 29">
            <a:extLst>
              <a:ext uri="{FF2B5EF4-FFF2-40B4-BE49-F238E27FC236}">
                <a16:creationId xmlns:a16="http://schemas.microsoft.com/office/drawing/2014/main" id="{22348197-A7AB-166D-73C3-342DC7EF078D}"/>
              </a:ext>
            </a:extLst>
          </p:cNvPr>
          <p:cNvSpPr/>
          <p:nvPr/>
        </p:nvSpPr>
        <p:spPr>
          <a:xfrm>
            <a:off x="8243693" y="2928679"/>
            <a:ext cx="272004" cy="272004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" name="사각형: 둥근 모서리 26">
            <a:extLst>
              <a:ext uri="{FF2B5EF4-FFF2-40B4-BE49-F238E27FC236}">
                <a16:creationId xmlns:a16="http://schemas.microsoft.com/office/drawing/2014/main" id="{37DBDBD0-6E5B-6FB1-A9C9-711B314F31C0}"/>
              </a:ext>
            </a:extLst>
          </p:cNvPr>
          <p:cNvSpPr/>
          <p:nvPr/>
        </p:nvSpPr>
        <p:spPr>
          <a:xfrm rot="16200000">
            <a:off x="9930266" y="2918828"/>
            <a:ext cx="223306" cy="923630"/>
          </a:xfrm>
          <a:prstGeom prst="roundRect">
            <a:avLst/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9" name="순서도: 연결자 29">
            <a:extLst>
              <a:ext uri="{FF2B5EF4-FFF2-40B4-BE49-F238E27FC236}">
                <a16:creationId xmlns:a16="http://schemas.microsoft.com/office/drawing/2014/main" id="{1BA079EF-9C84-E8B6-219D-B34152C85251}"/>
              </a:ext>
            </a:extLst>
          </p:cNvPr>
          <p:cNvSpPr/>
          <p:nvPr/>
        </p:nvSpPr>
        <p:spPr>
          <a:xfrm>
            <a:off x="10373117" y="3127006"/>
            <a:ext cx="272004" cy="272004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" name="화살표: 갈매기형 수장 11">
            <a:extLst>
              <a:ext uri="{FF2B5EF4-FFF2-40B4-BE49-F238E27FC236}">
                <a16:creationId xmlns:a16="http://schemas.microsoft.com/office/drawing/2014/main" id="{F63DBB61-D9C9-0795-AF68-5AC1FC4D4D79}"/>
              </a:ext>
            </a:extLst>
          </p:cNvPr>
          <p:cNvSpPr/>
          <p:nvPr/>
        </p:nvSpPr>
        <p:spPr>
          <a:xfrm>
            <a:off x="7006729" y="3025366"/>
            <a:ext cx="235045" cy="494072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2" name="Picture 13" descr="A picture containing calendar&#10;&#10;Description automatically generated">
            <a:extLst>
              <a:ext uri="{FF2B5EF4-FFF2-40B4-BE49-F238E27FC236}">
                <a16:creationId xmlns:a16="http://schemas.microsoft.com/office/drawing/2014/main" id="{42E715C1-9124-4118-9797-5846FBB9D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944" y="1130128"/>
            <a:ext cx="4100186" cy="4576628"/>
          </a:xfrm>
          <a:prstGeom prst="rect">
            <a:avLst/>
          </a:prstGeom>
        </p:spPr>
      </p:pic>
      <p:sp>
        <p:nvSpPr>
          <p:cNvPr id="23" name="사각형: 둥근 모서리 26">
            <a:extLst>
              <a:ext uri="{FF2B5EF4-FFF2-40B4-BE49-F238E27FC236}">
                <a16:creationId xmlns:a16="http://schemas.microsoft.com/office/drawing/2014/main" id="{E63732A8-2B38-4B7C-ADB4-2CA445CBFB44}"/>
              </a:ext>
            </a:extLst>
          </p:cNvPr>
          <p:cNvSpPr/>
          <p:nvPr/>
        </p:nvSpPr>
        <p:spPr>
          <a:xfrm rot="16200000">
            <a:off x="3394791" y="3490864"/>
            <a:ext cx="2436237" cy="1393354"/>
          </a:xfrm>
          <a:prstGeom prst="roundRect">
            <a:avLst/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4" name="순서도: 연결자 29">
            <a:extLst>
              <a:ext uri="{FF2B5EF4-FFF2-40B4-BE49-F238E27FC236}">
                <a16:creationId xmlns:a16="http://schemas.microsoft.com/office/drawing/2014/main" id="{D67A3D91-637C-4A71-B08C-D22B37592FF6}"/>
              </a:ext>
            </a:extLst>
          </p:cNvPr>
          <p:cNvSpPr/>
          <p:nvPr/>
        </p:nvSpPr>
        <p:spPr>
          <a:xfrm>
            <a:off x="3842859" y="2890068"/>
            <a:ext cx="272004" cy="272004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3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25" name="사각형: 둥근 모서리 26">
            <a:extLst>
              <a:ext uri="{FF2B5EF4-FFF2-40B4-BE49-F238E27FC236}">
                <a16:creationId xmlns:a16="http://schemas.microsoft.com/office/drawing/2014/main" id="{57728C87-BED0-43C4-833B-543015AE387E}"/>
              </a:ext>
            </a:extLst>
          </p:cNvPr>
          <p:cNvSpPr/>
          <p:nvPr/>
        </p:nvSpPr>
        <p:spPr>
          <a:xfrm rot="16200000">
            <a:off x="8891651" y="2570172"/>
            <a:ext cx="181553" cy="1205464"/>
          </a:xfrm>
          <a:prstGeom prst="roundRect">
            <a:avLst/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6" name="순서도: 연결자 29">
            <a:extLst>
              <a:ext uri="{FF2B5EF4-FFF2-40B4-BE49-F238E27FC236}">
                <a16:creationId xmlns:a16="http://schemas.microsoft.com/office/drawing/2014/main" id="{37C5DB7B-2C52-4947-9C04-393B9842E9F8}"/>
              </a:ext>
            </a:extLst>
          </p:cNvPr>
          <p:cNvSpPr/>
          <p:nvPr/>
        </p:nvSpPr>
        <p:spPr>
          <a:xfrm>
            <a:off x="8243693" y="2898390"/>
            <a:ext cx="272004" cy="272004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70404D73-B9EE-90F0-F083-718AB8CBC661}"/>
              </a:ext>
            </a:extLst>
          </p:cNvPr>
          <p:cNvSpPr txBox="1">
            <a:spLocks/>
          </p:cNvSpPr>
          <p:nvPr/>
        </p:nvSpPr>
        <p:spPr>
          <a:xfrm>
            <a:off x="8972549" y="6339831"/>
            <a:ext cx="1841499" cy="1384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PNXXXXXXX-XX RevX 00/2022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637D0637-F8BE-D1DF-D477-33ADB0E36E64}"/>
              </a:ext>
            </a:extLst>
          </p:cNvPr>
          <p:cNvSpPr txBox="1">
            <a:spLocks/>
          </p:cNvSpPr>
          <p:nvPr/>
        </p:nvSpPr>
        <p:spPr>
          <a:xfrm>
            <a:off x="10814050" y="6339831"/>
            <a:ext cx="688746" cy="1384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defPPr>
              <a:defRPr lang="ko-KR"/>
            </a:defPPr>
            <a:lvl1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fld id="{B6250A5C-E150-4746-9993-6EB089447321}" type="slidenum">
              <a:rPr lang="en-US" smtClean="0"/>
              <a:pPr/>
              <a:t>2</a:t>
            </a:fld>
            <a:r>
              <a:rPr lang="en-US"/>
              <a:t> of ##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8E714C2-1D63-647F-F562-9FB64B5EF5DC}"/>
              </a:ext>
            </a:extLst>
          </p:cNvPr>
          <p:cNvSpPr txBox="1">
            <a:spLocks/>
          </p:cNvSpPr>
          <p:nvPr/>
        </p:nvSpPr>
        <p:spPr>
          <a:xfrm>
            <a:off x="687501" y="595556"/>
            <a:ext cx="10816997" cy="184666"/>
          </a:xfrm>
          <a:prstGeom prst="rect">
            <a:avLst/>
          </a:prstGeom>
        </p:spPr>
        <p:txBody>
          <a:bodyPr vert="horz" lIns="0" tIns="0" rIns="91440" bIns="0" rtlCol="0" anchor="b">
            <a:noAutofit/>
          </a:bodyPr>
          <a:lstStyle>
            <a:lvl1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None/>
              <a:defRPr sz="10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None/>
              <a:defRPr sz="8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US" sz="800" b="0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US" sz="800" b="0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strike="noStrike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spc="-150" dirty="0">
                <a:solidFill>
                  <a:schemeClr val="tx1"/>
                </a:solidFill>
              </a:rPr>
              <a:t>Calendar </a:t>
            </a:r>
            <a:r>
              <a:rPr lang="ko-KR" altLang="en-US" sz="2400" b="1" spc="-150" dirty="0">
                <a:solidFill>
                  <a:schemeClr val="tx1"/>
                </a:solidFill>
              </a:rPr>
              <a:t>추가 방법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67A20B8-B8AE-20E1-F0D0-A6A8E5253DCF}"/>
              </a:ext>
            </a:extLst>
          </p:cNvPr>
          <p:cNvCxnSpPr/>
          <p:nvPr/>
        </p:nvCxnSpPr>
        <p:spPr>
          <a:xfrm>
            <a:off x="609600" y="775253"/>
            <a:ext cx="10972800" cy="0"/>
          </a:xfrm>
          <a:prstGeom prst="line">
            <a:avLst/>
          </a:prstGeom>
          <a:ln w="6350">
            <a:solidFill>
              <a:srgbClr val="BCBD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642FA918-1AA9-E554-B8DF-96E62A43A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20955"/>
            <a:ext cx="3157060" cy="4576628"/>
          </a:xfrm>
        </p:spPr>
        <p:txBody>
          <a:bodyPr/>
          <a:lstStyle/>
          <a:p>
            <a:pPr>
              <a:lnSpc>
                <a:spcPct val="150000"/>
              </a:lnSpc>
            </a:pPr>
            <a:br>
              <a:rPr lang="en-US" altLang="ko-KR" sz="1600" spc="-150">
                <a:latin typeface="+mn-lt"/>
              </a:rPr>
            </a:br>
            <a:br>
              <a:rPr lang="en-US" altLang="ko-KR" sz="1600" spc="-150">
                <a:latin typeface="+mn-lt"/>
              </a:rPr>
            </a:br>
            <a:r>
              <a:rPr lang="en-US" altLang="ko-KR" sz="1600" spc="-150">
                <a:latin typeface="+mn-lt"/>
              </a:rPr>
              <a:t>1. Outlook</a:t>
            </a:r>
            <a:r>
              <a:rPr lang="ko-KR" altLang="en-US" sz="1600" spc="-150">
                <a:latin typeface="+mn-lt"/>
              </a:rPr>
              <a:t> </a:t>
            </a:r>
            <a:r>
              <a:rPr lang="en-US" altLang="ko-KR" sz="1600" spc="-150">
                <a:latin typeface="+mn-lt"/>
              </a:rPr>
              <a:t>(classic) </a:t>
            </a:r>
            <a:r>
              <a:rPr lang="ko-KR" altLang="en-US" sz="1600" spc="-150">
                <a:latin typeface="+mn-lt"/>
              </a:rPr>
              <a:t>접속</a:t>
            </a:r>
            <a:r>
              <a:rPr lang="en-US" altLang="ko-KR" sz="1600" spc="-150">
                <a:latin typeface="+mn-lt"/>
              </a:rPr>
              <a:t>  </a:t>
            </a:r>
            <a:br>
              <a:rPr lang="en-US" altLang="ko-KR" sz="1600" spc="-150">
                <a:latin typeface="+mn-lt"/>
              </a:rPr>
            </a:br>
            <a:r>
              <a:rPr lang="en-US" altLang="ko-KR" sz="1600" spc="-150">
                <a:latin typeface="+mn-lt"/>
              </a:rPr>
              <a:t>- Outlook  </a:t>
            </a:r>
            <a:r>
              <a:rPr lang="ko-KR" altLang="en-US" sz="1600" spc="-150">
                <a:latin typeface="+mn-lt"/>
              </a:rPr>
              <a:t>우측 상단</a:t>
            </a:r>
            <a:br>
              <a:rPr lang="en-US" altLang="ko-KR" sz="1600" spc="-150">
                <a:latin typeface="+mn-lt"/>
              </a:rPr>
            </a:br>
            <a:r>
              <a:rPr lang="ko-KR" altLang="en-US" sz="1600" spc="-150" err="1">
                <a:latin typeface="+mn-lt"/>
              </a:rPr>
              <a:t>토글</a:t>
            </a:r>
            <a:r>
              <a:rPr lang="ko-KR" altLang="en-US" sz="1600" spc="-150">
                <a:latin typeface="+mn-lt"/>
              </a:rPr>
              <a:t> 버튼 눌러 접속 가능 </a:t>
            </a:r>
            <a:br>
              <a:rPr lang="en-US" altLang="ko-KR" sz="1600" spc="-150">
                <a:latin typeface="+mn-lt"/>
              </a:rPr>
            </a:br>
            <a:r>
              <a:rPr lang="en-US" altLang="ko-KR" sz="1600" spc="-150">
                <a:latin typeface="+mn-lt"/>
              </a:rPr>
              <a:t>2. </a:t>
            </a:r>
            <a:r>
              <a:rPr lang="ko-KR" altLang="en-US" sz="1600" spc="-150">
                <a:latin typeface="+mn-lt"/>
              </a:rPr>
              <a:t>일정                 버튼 클릭</a:t>
            </a:r>
            <a:br>
              <a:rPr lang="en-US" altLang="ko-KR" sz="1600" spc="-150">
                <a:latin typeface="+mn-lt"/>
              </a:rPr>
            </a:br>
            <a:r>
              <a:rPr lang="en-US" altLang="ko-KR" sz="1600" spc="-150">
                <a:latin typeface="+mn-lt"/>
              </a:rPr>
              <a:t>3</a:t>
            </a:r>
            <a:r>
              <a:rPr lang="ko-KR" altLang="en-US" sz="1600" spc="-150">
                <a:latin typeface="+mn-lt"/>
              </a:rPr>
              <a:t>. 캘린더</a:t>
            </a:r>
            <a:r>
              <a:rPr lang="en-US" altLang="ko-KR" sz="1600" spc="-150">
                <a:latin typeface="+mn-lt"/>
              </a:rPr>
              <a:t> </a:t>
            </a:r>
            <a:r>
              <a:rPr lang="en-US" altLang="ko-KR" sz="1600" spc="-150" err="1">
                <a:latin typeface="+mn-lt"/>
              </a:rPr>
              <a:t>왼쪽</a:t>
            </a:r>
            <a:r>
              <a:rPr lang="en-US" altLang="ko-KR" sz="1600" spc="-150">
                <a:latin typeface="+mn-lt"/>
              </a:rPr>
              <a:t> </a:t>
            </a:r>
            <a:r>
              <a:rPr lang="en-US" altLang="ko-KR" sz="1600" spc="-150" err="1">
                <a:latin typeface="+mn-lt"/>
              </a:rPr>
              <a:t>리스트</a:t>
            </a:r>
            <a:r>
              <a:rPr lang="en-US" altLang="ko-KR" sz="1600" spc="-150">
                <a:latin typeface="+mn-lt"/>
              </a:rPr>
              <a:t> </a:t>
            </a:r>
            <a:r>
              <a:rPr lang="en-US" altLang="ko-KR" sz="1600" b="1" spc="-150" err="1">
                <a:latin typeface="+mn-lt"/>
              </a:rPr>
              <a:t>오른쪽</a:t>
            </a:r>
            <a:r>
              <a:rPr lang="en-US" altLang="ko-KR" sz="1600" b="1" spc="-150">
                <a:latin typeface="+mn-lt"/>
              </a:rPr>
              <a:t> </a:t>
            </a:r>
            <a:r>
              <a:rPr lang="en-US" altLang="ko-KR" sz="1600" b="1" spc="-150" err="1">
                <a:latin typeface="+mn-lt"/>
              </a:rPr>
              <a:t>클릭</a:t>
            </a:r>
            <a:br>
              <a:rPr lang="en-US" altLang="ko-KR" sz="1600" b="1" spc="-150">
                <a:latin typeface="+mn-lt"/>
              </a:rPr>
            </a:br>
            <a:r>
              <a:rPr lang="en-US" altLang="ko-KR" sz="1600" spc="-150">
                <a:latin typeface="+mn-lt"/>
              </a:rPr>
              <a:t>4. '</a:t>
            </a:r>
            <a:r>
              <a:rPr lang="en-US" altLang="ko-KR" sz="1600" b="1" spc="-150" err="1">
                <a:latin typeface="+mn-lt"/>
              </a:rPr>
              <a:t>일정</a:t>
            </a:r>
            <a:r>
              <a:rPr lang="en-US" altLang="ko-KR" sz="1600" b="1" spc="-150">
                <a:latin typeface="+mn-lt"/>
              </a:rPr>
              <a:t> </a:t>
            </a:r>
            <a:r>
              <a:rPr lang="en-US" altLang="ko-KR" sz="1600" b="1" spc="-150" err="1">
                <a:latin typeface="+mn-lt"/>
              </a:rPr>
              <a:t>추가</a:t>
            </a:r>
            <a:r>
              <a:rPr lang="en-US" altLang="ko-KR" sz="1600" spc="-150">
                <a:latin typeface="+mn-lt"/>
              </a:rPr>
              <a:t>' </a:t>
            </a:r>
            <a:r>
              <a:rPr lang="en-US" altLang="ko-KR" sz="1600" spc="-150" err="1">
                <a:latin typeface="+mn-lt"/>
              </a:rPr>
              <a:t>클릭</a:t>
            </a:r>
            <a:br>
              <a:rPr lang="en-US" sz="1600" spc="-150">
                <a:latin typeface="+mn-lt"/>
              </a:rPr>
            </a:br>
            <a:r>
              <a:rPr lang="en-US" sz="1600" spc="-150">
                <a:latin typeface="+mn-lt"/>
              </a:rPr>
              <a:t>5. </a:t>
            </a:r>
            <a:r>
              <a:rPr lang="en-US" altLang="ko-KR" sz="1600" spc="-150">
                <a:latin typeface="+mn-lt"/>
              </a:rPr>
              <a:t> '</a:t>
            </a:r>
            <a:r>
              <a:rPr lang="en-US" altLang="ko-KR" sz="1600" b="1" spc="-150" err="1">
                <a:latin typeface="+mn-lt"/>
              </a:rPr>
              <a:t>회의실</a:t>
            </a:r>
            <a:r>
              <a:rPr lang="en-US" altLang="ko-KR" sz="1600" b="1" spc="-150">
                <a:latin typeface="+mn-lt"/>
              </a:rPr>
              <a:t> </a:t>
            </a:r>
            <a:r>
              <a:rPr lang="en-US" altLang="ko-KR" sz="1600" b="1" spc="-150" err="1">
                <a:latin typeface="+mn-lt"/>
              </a:rPr>
              <a:t>목록에서</a:t>
            </a:r>
            <a:r>
              <a:rPr lang="en-US" altLang="ko-KR" sz="1600" spc="-150">
                <a:latin typeface="+mn-lt"/>
              </a:rPr>
              <a:t>' </a:t>
            </a:r>
            <a:r>
              <a:rPr lang="en-US" altLang="ko-KR" sz="1600" spc="-150" err="1">
                <a:latin typeface="+mn-lt"/>
              </a:rPr>
              <a:t>클릭</a:t>
            </a:r>
            <a:endParaRPr lang="en-US" sz="1600" spc="-150">
              <a:latin typeface="+mn-lt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293BC0B-6D9C-D455-6972-18C2278B6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329" y="2280418"/>
            <a:ext cx="1374221" cy="26332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7C3BC0B-372E-0A2A-EB42-AAC0BB9F22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991" y="2988472"/>
            <a:ext cx="362882" cy="340202"/>
          </a:xfrm>
          <a:prstGeom prst="rect">
            <a:avLst/>
          </a:prstGeom>
        </p:spPr>
      </p:pic>
      <p:sp>
        <p:nvSpPr>
          <p:cNvPr id="30" name="순서도: 연결자 29">
            <a:extLst>
              <a:ext uri="{FF2B5EF4-FFF2-40B4-BE49-F238E27FC236}">
                <a16:creationId xmlns:a16="http://schemas.microsoft.com/office/drawing/2014/main" id="{19224FB2-3975-9B80-8451-B2CA162D1483}"/>
              </a:ext>
            </a:extLst>
          </p:cNvPr>
          <p:cNvSpPr/>
          <p:nvPr/>
        </p:nvSpPr>
        <p:spPr>
          <a:xfrm>
            <a:off x="10427343" y="3112416"/>
            <a:ext cx="272004" cy="272004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1864161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A49436-5776-90BE-37C2-B91B2D3F3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548" y="1251232"/>
            <a:ext cx="5601627" cy="395460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B61A8E-8033-0F89-C510-445A882D95A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Intuitive confidential information – Intuitive internal use only – may not be shared or distributed.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A0EF8CA-CB6D-AE71-234A-265629CA6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477112"/>
            <a:ext cx="3731169" cy="3525641"/>
          </a:xfrm>
        </p:spPr>
        <p:txBody>
          <a:bodyPr/>
          <a:lstStyle/>
          <a:p>
            <a:pPr>
              <a:lnSpc>
                <a:spcPct val="150000"/>
              </a:lnSpc>
            </a:pPr>
            <a:br>
              <a:rPr lang="ko-KR" altLang="en-US" sz="1600" spc="-150" dirty="0">
                <a:latin typeface="+mn-lt"/>
              </a:rPr>
            </a:br>
            <a:br>
              <a:rPr lang="ko-KR" altLang="en-US" sz="1600" spc="-150" dirty="0">
                <a:latin typeface="+mn-lt"/>
              </a:rPr>
            </a:br>
            <a:br>
              <a:rPr lang="ko-KR" altLang="en-US" sz="1600" spc="-150" dirty="0">
                <a:latin typeface="+mn-lt"/>
              </a:rPr>
            </a:br>
            <a:r>
              <a:rPr lang="en-US" altLang="ko-KR" sz="1600" spc="-150" dirty="0">
                <a:latin typeface="+mn-lt"/>
              </a:rPr>
              <a:t>6</a:t>
            </a:r>
            <a:r>
              <a:rPr lang="ko-KR" altLang="en-US" sz="1600" spc="-150" dirty="0">
                <a:latin typeface="+mn-lt"/>
              </a:rPr>
              <a:t>. “</a:t>
            </a:r>
            <a:r>
              <a:rPr lang="en-US" altLang="ko-KR" sz="1600" spc="-150" dirty="0" err="1">
                <a:latin typeface="+mn-lt"/>
              </a:rPr>
              <a:t>vc</a:t>
            </a:r>
            <a:r>
              <a:rPr lang="ko-KR" altLang="en-US" sz="1600" spc="-150" dirty="0">
                <a:latin typeface="+mn-lt"/>
              </a:rPr>
              <a:t>-</a:t>
            </a:r>
            <a:r>
              <a:rPr lang="ko-KR" altLang="en-US" sz="1600" spc="-150" dirty="0" err="1">
                <a:latin typeface="+mn-lt"/>
              </a:rPr>
              <a:t>kr</a:t>
            </a:r>
            <a:r>
              <a:rPr lang="ko-KR" altLang="en-US" sz="1600" spc="-150" dirty="0">
                <a:latin typeface="+mn-lt"/>
              </a:rPr>
              <a:t>“</a:t>
            </a:r>
            <a:r>
              <a:rPr lang="en-US" altLang="ko-KR" sz="1600" spc="-150" dirty="0">
                <a:latin typeface="+mn-lt"/>
              </a:rPr>
              <a:t>, “ISK CTA Calendar“ </a:t>
            </a:r>
            <a:r>
              <a:rPr lang="ko-KR" altLang="en-US" sz="1600" spc="-150" dirty="0">
                <a:latin typeface="+mn-lt"/>
              </a:rPr>
              <a:t>검색</a:t>
            </a:r>
            <a:br>
              <a:rPr lang="ko-KR" altLang="en-US" sz="1600" spc="-150" dirty="0">
                <a:latin typeface="+mn-lt"/>
              </a:rPr>
            </a:br>
            <a:r>
              <a:rPr lang="en-US" altLang="ko-KR" sz="1600" spc="-150" dirty="0">
                <a:latin typeface="+mn-lt"/>
              </a:rPr>
              <a:t>7</a:t>
            </a:r>
            <a:r>
              <a:rPr lang="ko-KR" altLang="en-US" sz="1600" spc="-150" dirty="0">
                <a:latin typeface="+mn-lt"/>
              </a:rPr>
              <a:t>. 회의실 캘린더 </a:t>
            </a:r>
            <a:r>
              <a:rPr lang="en-US" altLang="ko-KR" sz="1600" spc="-150" dirty="0">
                <a:latin typeface="+mn-lt"/>
              </a:rPr>
              <a:t>16</a:t>
            </a:r>
            <a:r>
              <a:rPr lang="ko-KR" altLang="en-US" sz="1600" spc="-150" dirty="0">
                <a:latin typeface="+mn-lt"/>
              </a:rPr>
              <a:t>개</a:t>
            </a:r>
            <a:r>
              <a:rPr lang="en-US" altLang="ko-KR" sz="1600" spc="-150" dirty="0">
                <a:latin typeface="+mn-lt"/>
              </a:rPr>
              <a:t>, CTA </a:t>
            </a:r>
            <a:r>
              <a:rPr lang="ko-KR" altLang="en-US" sz="1600" spc="-150" dirty="0">
                <a:latin typeface="+mn-lt"/>
              </a:rPr>
              <a:t>캘린더 </a:t>
            </a:r>
            <a:r>
              <a:rPr lang="en-US" altLang="ko-KR" sz="1600" spc="-150" dirty="0">
                <a:latin typeface="+mn-lt"/>
              </a:rPr>
              <a:t>1</a:t>
            </a:r>
            <a:r>
              <a:rPr lang="ko-KR" altLang="en-US" sz="1600" spc="-150" dirty="0">
                <a:latin typeface="+mn-lt"/>
              </a:rPr>
              <a:t>개 (총 </a:t>
            </a:r>
            <a:r>
              <a:rPr lang="en-US" altLang="ko-KR" sz="1600" spc="-150" dirty="0">
                <a:latin typeface="+mn-lt"/>
              </a:rPr>
              <a:t>17</a:t>
            </a:r>
            <a:r>
              <a:rPr lang="ko-KR" altLang="en-US" sz="1600" spc="-150" dirty="0">
                <a:latin typeface="+mn-lt"/>
              </a:rPr>
              <a:t>개) 선택하여 추가</a:t>
            </a:r>
            <a:br>
              <a:rPr lang="ko-KR" altLang="en-US" sz="1600" spc="-150" dirty="0">
                <a:latin typeface="+mn-lt"/>
              </a:rPr>
            </a:br>
            <a:r>
              <a:rPr lang="en-US" altLang="ko-KR" sz="1600" spc="-150" dirty="0">
                <a:latin typeface="+mn-lt"/>
              </a:rPr>
              <a:t>8</a:t>
            </a:r>
            <a:r>
              <a:rPr lang="ko-KR" altLang="en-US" sz="1600" spc="-150" dirty="0">
                <a:latin typeface="+mn-lt"/>
              </a:rPr>
              <a:t>. </a:t>
            </a:r>
            <a:r>
              <a:rPr lang="ko-KR" altLang="en-US" sz="1600" spc="-150" dirty="0" err="1">
                <a:latin typeface="+mn-lt"/>
              </a:rPr>
              <a:t>O</a:t>
            </a:r>
            <a:r>
              <a:rPr lang="en-US" altLang="ko-KR" sz="1600" spc="-150" dirty="0">
                <a:latin typeface="+mn-lt"/>
              </a:rPr>
              <a:t>K</a:t>
            </a:r>
            <a:r>
              <a:rPr lang="ko-KR" altLang="en-US" sz="1600" spc="-150" dirty="0">
                <a:latin typeface="+mn-lt"/>
              </a:rPr>
              <a:t> 클릭</a:t>
            </a:r>
          </a:p>
        </p:txBody>
      </p:sp>
      <p:sp>
        <p:nvSpPr>
          <p:cNvPr id="19" name="사각형: 둥근 모서리 26">
            <a:extLst>
              <a:ext uri="{FF2B5EF4-FFF2-40B4-BE49-F238E27FC236}">
                <a16:creationId xmlns:a16="http://schemas.microsoft.com/office/drawing/2014/main" id="{8976658A-5597-5F42-BD0F-53E7D21165D2}"/>
              </a:ext>
            </a:extLst>
          </p:cNvPr>
          <p:cNvSpPr/>
          <p:nvPr/>
        </p:nvSpPr>
        <p:spPr>
          <a:xfrm rot="16200000">
            <a:off x="5771341" y="948287"/>
            <a:ext cx="181553" cy="1706505"/>
          </a:xfrm>
          <a:prstGeom prst="roundRect">
            <a:avLst/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1" name="순서도: 연결자 29">
            <a:extLst>
              <a:ext uri="{FF2B5EF4-FFF2-40B4-BE49-F238E27FC236}">
                <a16:creationId xmlns:a16="http://schemas.microsoft.com/office/drawing/2014/main" id="{1FF1E08B-569B-8165-7835-653FFEE1C4B6}"/>
              </a:ext>
            </a:extLst>
          </p:cNvPr>
          <p:cNvSpPr/>
          <p:nvPr/>
        </p:nvSpPr>
        <p:spPr>
          <a:xfrm>
            <a:off x="4736861" y="1499177"/>
            <a:ext cx="272004" cy="272004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6" name="순서도: 연결자 29">
            <a:extLst>
              <a:ext uri="{FF2B5EF4-FFF2-40B4-BE49-F238E27FC236}">
                <a16:creationId xmlns:a16="http://schemas.microsoft.com/office/drawing/2014/main" id="{E0590271-CD8E-0B4B-A13C-34C887458DEF}"/>
              </a:ext>
            </a:extLst>
          </p:cNvPr>
          <p:cNvSpPr/>
          <p:nvPr/>
        </p:nvSpPr>
        <p:spPr>
          <a:xfrm>
            <a:off x="4736861" y="2051306"/>
            <a:ext cx="272004" cy="272004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99232E6-FDC1-6D1B-083A-35A3F434B45E}"/>
              </a:ext>
            </a:extLst>
          </p:cNvPr>
          <p:cNvSpPr/>
          <p:nvPr/>
        </p:nvSpPr>
        <p:spPr>
          <a:xfrm rot="16200000">
            <a:off x="9224741" y="4732711"/>
            <a:ext cx="202429" cy="610478"/>
          </a:xfrm>
          <a:prstGeom prst="roundRect">
            <a:avLst/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8" name="순서도: 연결자 29">
            <a:extLst>
              <a:ext uri="{FF2B5EF4-FFF2-40B4-BE49-F238E27FC236}">
                <a16:creationId xmlns:a16="http://schemas.microsoft.com/office/drawing/2014/main" id="{F93C9552-A66A-E14E-7D64-F350AA632568}"/>
              </a:ext>
            </a:extLst>
          </p:cNvPr>
          <p:cNvSpPr/>
          <p:nvPr/>
        </p:nvSpPr>
        <p:spPr>
          <a:xfrm>
            <a:off x="8758236" y="4664731"/>
            <a:ext cx="272004" cy="272004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0A875A18-1105-87A0-3681-CDA0F234F9BB}"/>
              </a:ext>
            </a:extLst>
          </p:cNvPr>
          <p:cNvSpPr txBox="1">
            <a:spLocks/>
          </p:cNvSpPr>
          <p:nvPr/>
        </p:nvSpPr>
        <p:spPr>
          <a:xfrm>
            <a:off x="8972549" y="6339831"/>
            <a:ext cx="1841499" cy="1384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PNXXXXXXX-XX RevX 00/2022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D52A39A8-E588-197C-EBBE-90C192CE39D5}"/>
              </a:ext>
            </a:extLst>
          </p:cNvPr>
          <p:cNvSpPr txBox="1">
            <a:spLocks/>
          </p:cNvSpPr>
          <p:nvPr/>
        </p:nvSpPr>
        <p:spPr>
          <a:xfrm>
            <a:off x="10814050" y="6339831"/>
            <a:ext cx="688746" cy="1384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defPPr>
              <a:defRPr lang="ko-KR"/>
            </a:defPPr>
            <a:lvl1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fld id="{B6250A5C-E150-4746-9993-6EB089447321}" type="slidenum">
              <a:rPr lang="en-US" smtClean="0"/>
              <a:pPr/>
              <a:t>3</a:t>
            </a:fld>
            <a:r>
              <a:rPr lang="en-US"/>
              <a:t> of ##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36577C-F97D-F022-2D23-ABFD5BD3694F}"/>
              </a:ext>
            </a:extLst>
          </p:cNvPr>
          <p:cNvSpPr txBox="1">
            <a:spLocks/>
          </p:cNvSpPr>
          <p:nvPr/>
        </p:nvSpPr>
        <p:spPr>
          <a:xfrm>
            <a:off x="687501" y="595556"/>
            <a:ext cx="10816997" cy="184666"/>
          </a:xfrm>
          <a:prstGeom prst="rect">
            <a:avLst/>
          </a:prstGeom>
        </p:spPr>
        <p:txBody>
          <a:bodyPr vert="horz" lIns="0" tIns="0" rIns="91440" bIns="0" rtlCol="0" anchor="b">
            <a:noAutofit/>
          </a:bodyPr>
          <a:lstStyle>
            <a:lvl1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None/>
              <a:defRPr sz="10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None/>
              <a:defRPr sz="8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US" sz="800" b="0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US" sz="800" b="0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strike="noStrike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spc="-150" dirty="0">
                <a:solidFill>
                  <a:schemeClr val="tx1"/>
                </a:solidFill>
              </a:rPr>
              <a:t>Calendar </a:t>
            </a:r>
            <a:r>
              <a:rPr lang="ko-KR" altLang="en-US" sz="2400" b="1" spc="-150" dirty="0">
                <a:solidFill>
                  <a:schemeClr val="tx1"/>
                </a:solidFill>
              </a:rPr>
              <a:t>추가 방법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D80F9A3-A3B6-D267-928C-EE5F0E6B641C}"/>
              </a:ext>
            </a:extLst>
          </p:cNvPr>
          <p:cNvCxnSpPr/>
          <p:nvPr/>
        </p:nvCxnSpPr>
        <p:spPr>
          <a:xfrm>
            <a:off x="609600" y="775253"/>
            <a:ext cx="10972800" cy="0"/>
          </a:xfrm>
          <a:prstGeom prst="line">
            <a:avLst/>
          </a:prstGeom>
          <a:ln w="6350">
            <a:solidFill>
              <a:srgbClr val="BCBD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00595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0055A6-2CC9-77D4-27DC-F8575C00E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917" y="954951"/>
            <a:ext cx="7092483" cy="48872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519D06-9AB5-96D8-3ED3-3481ACCD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45584"/>
            <a:ext cx="3157060" cy="4683857"/>
          </a:xfrm>
        </p:spPr>
        <p:txBody>
          <a:bodyPr/>
          <a:lstStyle/>
          <a:p>
            <a:pPr>
              <a:lnSpc>
                <a:spcPct val="150000"/>
              </a:lnSpc>
            </a:pPr>
            <a:br>
              <a:rPr lang="ko-KR" altLang="en-US" sz="1600" spc="-150">
                <a:latin typeface="+mn-lt"/>
              </a:rPr>
            </a:br>
            <a:br>
              <a:rPr lang="ko-KR" altLang="en-US" sz="1600" spc="-150">
                <a:latin typeface="+mn-lt"/>
              </a:rPr>
            </a:br>
            <a:br>
              <a:rPr lang="ko-KR" altLang="en-US" sz="1600" spc="-150">
                <a:latin typeface="+mn-lt"/>
              </a:rPr>
            </a:br>
            <a:br>
              <a:rPr lang="ko-KR" altLang="en-US" sz="1600" spc="-150">
                <a:latin typeface="+mn-lt"/>
              </a:rPr>
            </a:br>
            <a:br>
              <a:rPr lang="ko-KR" altLang="en-US" sz="1600" spc="-150">
                <a:latin typeface="+mn-lt"/>
              </a:rPr>
            </a:br>
            <a:br>
              <a:rPr lang="ko-KR" altLang="en-US" sz="1600" spc="-150">
                <a:latin typeface="+mn-lt"/>
              </a:rPr>
            </a:br>
            <a:r>
              <a:rPr lang="ko-KR" altLang="en-US" sz="1600" spc="-150">
                <a:latin typeface="+mn-lt"/>
              </a:rPr>
              <a:t>7. 추가된 신규 캘린더 확인</a:t>
            </a:r>
            <a:br>
              <a:rPr lang="en-US" altLang="ko-KR" sz="1600" spc="-150">
                <a:latin typeface="+mn-lt"/>
              </a:rPr>
            </a:br>
            <a:endParaRPr lang="en-US" spc="-150">
              <a:latin typeface="+mn-lt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B61A8E-8033-0F89-C510-445A882D95A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Intuitive confidential information – Intuitive internal use only – may not be shared or distributed.</a:t>
            </a:r>
          </a:p>
        </p:txBody>
      </p:sp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id="{A6ED0FEE-2FCE-D382-1123-1B06CFE222A0}"/>
              </a:ext>
            </a:extLst>
          </p:cNvPr>
          <p:cNvSpPr/>
          <p:nvPr/>
        </p:nvSpPr>
        <p:spPr>
          <a:xfrm rot="16200000">
            <a:off x="3814046" y="3660853"/>
            <a:ext cx="2857190" cy="1505444"/>
          </a:xfrm>
          <a:prstGeom prst="roundRect">
            <a:avLst>
              <a:gd name="adj" fmla="val 4061"/>
            </a:avLst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5" name="순서도: 연결자 29">
            <a:extLst>
              <a:ext uri="{FF2B5EF4-FFF2-40B4-BE49-F238E27FC236}">
                <a16:creationId xmlns:a16="http://schemas.microsoft.com/office/drawing/2014/main" id="{22348197-A7AB-166D-73C3-342DC7EF078D}"/>
              </a:ext>
            </a:extLst>
          </p:cNvPr>
          <p:cNvSpPr/>
          <p:nvPr/>
        </p:nvSpPr>
        <p:spPr>
          <a:xfrm>
            <a:off x="4122512" y="2852753"/>
            <a:ext cx="265561" cy="264451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7</a:t>
            </a:r>
            <a:endParaRPr lang="en-US" altLang="ko-KR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E923E25-90CC-7290-8848-54C66B546738}"/>
              </a:ext>
            </a:extLst>
          </p:cNvPr>
          <p:cNvSpPr txBox="1">
            <a:spLocks/>
          </p:cNvSpPr>
          <p:nvPr/>
        </p:nvSpPr>
        <p:spPr>
          <a:xfrm>
            <a:off x="8972549" y="6339831"/>
            <a:ext cx="1841499" cy="1384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PNXXXXXXX-XX RevX 00/2022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639B3C48-0FF1-21D7-9258-1914C2CB53A4}"/>
              </a:ext>
            </a:extLst>
          </p:cNvPr>
          <p:cNvSpPr txBox="1">
            <a:spLocks/>
          </p:cNvSpPr>
          <p:nvPr/>
        </p:nvSpPr>
        <p:spPr>
          <a:xfrm>
            <a:off x="10814050" y="6339831"/>
            <a:ext cx="688746" cy="1384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defPPr>
              <a:defRPr lang="ko-KR"/>
            </a:defPPr>
            <a:lvl1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fld id="{B6250A5C-E150-4746-9993-6EB089447321}" type="slidenum">
              <a:rPr lang="en-US" smtClean="0"/>
              <a:pPr/>
              <a:t>4</a:t>
            </a:fld>
            <a:r>
              <a:rPr lang="en-US"/>
              <a:t> of ##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903DB8B-5B1F-1ABF-78D1-05DB673F83EF}"/>
              </a:ext>
            </a:extLst>
          </p:cNvPr>
          <p:cNvSpPr txBox="1">
            <a:spLocks/>
          </p:cNvSpPr>
          <p:nvPr/>
        </p:nvSpPr>
        <p:spPr>
          <a:xfrm>
            <a:off x="687501" y="595556"/>
            <a:ext cx="10816997" cy="184666"/>
          </a:xfrm>
          <a:prstGeom prst="rect">
            <a:avLst/>
          </a:prstGeom>
        </p:spPr>
        <p:txBody>
          <a:bodyPr vert="horz" lIns="0" tIns="0" rIns="91440" bIns="0" rtlCol="0" anchor="b">
            <a:noAutofit/>
          </a:bodyPr>
          <a:lstStyle>
            <a:lvl1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None/>
              <a:defRPr sz="10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None/>
              <a:defRPr sz="8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US" sz="800" b="0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US" sz="800" b="0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strike="noStrike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spc="-150" dirty="0">
                <a:solidFill>
                  <a:schemeClr val="tx1"/>
                </a:solidFill>
              </a:rPr>
              <a:t>Calendar </a:t>
            </a:r>
            <a:r>
              <a:rPr lang="ko-KR" altLang="en-US" sz="2400" b="1" spc="-150" dirty="0">
                <a:solidFill>
                  <a:schemeClr val="tx1"/>
                </a:solidFill>
              </a:rPr>
              <a:t>추가 방법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21BEB4F-73AF-282E-6A0F-810C4B27A1E2}"/>
              </a:ext>
            </a:extLst>
          </p:cNvPr>
          <p:cNvCxnSpPr/>
          <p:nvPr/>
        </p:nvCxnSpPr>
        <p:spPr>
          <a:xfrm>
            <a:off x="609600" y="775253"/>
            <a:ext cx="10972800" cy="0"/>
          </a:xfrm>
          <a:prstGeom prst="line">
            <a:avLst/>
          </a:prstGeom>
          <a:ln w="6350">
            <a:solidFill>
              <a:srgbClr val="BCBD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72368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DC7D3-E1EC-2C3B-62AF-068AAA44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996C35-340B-97A6-B5DA-D13E24EA1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193" y="994699"/>
            <a:ext cx="7752777" cy="49681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1FFF08-A147-BF67-11D7-0BEBA2D8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45584"/>
            <a:ext cx="3291841" cy="4683857"/>
          </a:xfrm>
        </p:spPr>
        <p:txBody>
          <a:bodyPr/>
          <a:lstStyle/>
          <a:p>
            <a:pPr>
              <a:lnSpc>
                <a:spcPct val="150000"/>
              </a:lnSpc>
            </a:pPr>
            <a:br>
              <a:rPr lang="en-US" altLang="ko-KR" sz="1600" spc="-150" dirty="0">
                <a:latin typeface="+mn-lt"/>
              </a:rPr>
            </a:br>
            <a:r>
              <a:rPr lang="en-US" altLang="ko-KR" sz="1600" spc="-150" dirty="0">
                <a:latin typeface="+mn-lt"/>
              </a:rPr>
              <a:t>1.</a:t>
            </a:r>
            <a:r>
              <a:rPr lang="ko-KR" altLang="en-US" sz="1600" spc="-150" dirty="0">
                <a:latin typeface="+mn-lt"/>
              </a:rPr>
              <a:t>  일정 추가 원하는 요일 더블 클릭</a:t>
            </a:r>
            <a:br>
              <a:rPr lang="en-US" altLang="ko-KR" sz="1600" spc="-150" dirty="0">
                <a:latin typeface="+mn-lt"/>
              </a:rPr>
            </a:br>
            <a:r>
              <a:rPr lang="en-US" altLang="ko-KR" sz="1600" spc="-150" dirty="0">
                <a:latin typeface="+mn-lt"/>
              </a:rPr>
              <a:t>2. ISK CTA Calendar </a:t>
            </a:r>
            <a:r>
              <a:rPr lang="ko-KR" altLang="en-US" sz="1600" spc="-150" dirty="0">
                <a:latin typeface="+mn-lt"/>
              </a:rPr>
              <a:t>인지 확인</a:t>
            </a:r>
            <a:br>
              <a:rPr lang="en-US" altLang="ko-KR" sz="1600" spc="-150" dirty="0">
                <a:latin typeface="+mn-lt"/>
              </a:rPr>
            </a:br>
            <a:r>
              <a:rPr lang="ko-KR" altLang="en-US" sz="1400" i="1" spc="-15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rPr>
              <a:t>일정 </a:t>
            </a:r>
            <a:r>
              <a:rPr lang="en-US" altLang="ko-KR" sz="1400" i="1" spc="-15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rPr>
              <a:t>Calendar</a:t>
            </a:r>
            <a:r>
              <a:rPr lang="ko-KR" altLang="en-US" sz="1400" i="1" spc="-15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rPr>
              <a:t>의 경우 </a:t>
            </a:r>
            <a:r>
              <a:rPr lang="ko-KR" altLang="en-US" sz="1400" b="1" i="1" spc="-15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rPr>
              <a:t>본인 일정</a:t>
            </a:r>
            <a:r>
              <a:rPr lang="ko-KR" altLang="en-US" sz="1400" i="1" spc="-15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rPr>
              <a:t>에만 표시</a:t>
            </a:r>
            <a:br>
              <a:rPr lang="en-US" altLang="ko-KR" sz="1600" spc="-150" dirty="0">
                <a:latin typeface="+mn-lt"/>
              </a:rPr>
            </a:br>
            <a:r>
              <a:rPr lang="en-US" altLang="ko-KR" sz="1600" spc="-150" dirty="0">
                <a:latin typeface="+mn-lt"/>
              </a:rPr>
              <a:t>3. </a:t>
            </a:r>
            <a:r>
              <a:rPr lang="ko-KR" altLang="en-US" sz="1600" spc="-150" dirty="0">
                <a:latin typeface="+mn-lt"/>
              </a:rPr>
              <a:t>이벤트 명 작성</a:t>
            </a:r>
            <a:br>
              <a:rPr lang="en-US" altLang="ko-KR" sz="1600" spc="-150" dirty="0">
                <a:latin typeface="+mn-lt"/>
              </a:rPr>
            </a:br>
            <a:r>
              <a:rPr lang="en-US" altLang="ko-KR" sz="1200" spc="-150" dirty="0">
                <a:solidFill>
                  <a:schemeClr val="accent1"/>
                </a:solidFill>
                <a:latin typeface="+mn-lt"/>
              </a:rPr>
              <a:t>ex. [JS]</a:t>
            </a:r>
            <a:r>
              <a:rPr lang="ko-KR" altLang="en-US" sz="1200" spc="-150" dirty="0">
                <a:solidFill>
                  <a:schemeClr val="accent1"/>
                </a:solidFill>
                <a:latin typeface="+mn-lt"/>
              </a:rPr>
              <a:t>  </a:t>
            </a:r>
            <a:r>
              <a:rPr lang="ko-KR" altLang="en-US" sz="1200" spc="-150" dirty="0" err="1">
                <a:solidFill>
                  <a:schemeClr val="accent1"/>
                </a:solidFill>
                <a:latin typeface="+mn-lt"/>
              </a:rPr>
              <a:t>삼성서울병원</a:t>
            </a:r>
            <a:r>
              <a:rPr lang="ko-KR" altLang="en-US" sz="1200" spc="-15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altLang="ko-KR" sz="1200" spc="-150" dirty="0">
                <a:solidFill>
                  <a:schemeClr val="accent1"/>
                </a:solidFill>
                <a:latin typeface="+mn-lt"/>
              </a:rPr>
              <a:t>URO </a:t>
            </a:r>
            <a:r>
              <a:rPr lang="ko-KR" altLang="en-US" sz="1200" spc="-150" dirty="0">
                <a:solidFill>
                  <a:schemeClr val="accent1"/>
                </a:solidFill>
                <a:latin typeface="+mn-lt"/>
              </a:rPr>
              <a:t>전성수 교수님 </a:t>
            </a:r>
            <a:r>
              <a:rPr lang="en-US" altLang="ko-KR" sz="1200" spc="-150" dirty="0">
                <a:solidFill>
                  <a:schemeClr val="accent1"/>
                </a:solidFill>
                <a:latin typeface="+mn-lt"/>
              </a:rPr>
              <a:t>dv5 prostatectomy case support</a:t>
            </a:r>
            <a:br>
              <a:rPr lang="en-US" altLang="ko-KR" sz="1200" spc="-150" dirty="0">
                <a:solidFill>
                  <a:schemeClr val="accent1"/>
                </a:solidFill>
                <a:latin typeface="+mn-lt"/>
              </a:rPr>
            </a:br>
            <a:r>
              <a:rPr lang="en-US" altLang="ko-KR" sz="1600" spc="-150" dirty="0">
                <a:latin typeface="+mn-lt"/>
              </a:rPr>
              <a:t>4</a:t>
            </a:r>
            <a:r>
              <a:rPr lang="en-US" altLang="ko-KR" sz="1600" spc="-150" dirty="0"/>
              <a:t>. </a:t>
            </a:r>
            <a:r>
              <a:rPr lang="ko-KR" altLang="en-US" sz="1600" spc="-150" dirty="0"/>
              <a:t>시간 변경</a:t>
            </a:r>
            <a:br>
              <a:rPr lang="en-US" altLang="ko-KR" sz="1600" spc="-150" dirty="0"/>
            </a:br>
            <a:r>
              <a:rPr lang="en-US" altLang="ko-KR" sz="1600" spc="-150" dirty="0"/>
              <a:t>          </a:t>
            </a:r>
            <a:r>
              <a:rPr lang="ko-KR" altLang="en-US" sz="1600" spc="-150" dirty="0"/>
              <a:t>하루 종일 버튼 통해 종일 예약 가능</a:t>
            </a:r>
            <a:br>
              <a:rPr lang="en-US" altLang="ko-KR" sz="1600" spc="-150" dirty="0"/>
            </a:br>
            <a:r>
              <a:rPr lang="en-US" altLang="ko-KR" sz="1600" spc="-150" dirty="0"/>
              <a:t>5. </a:t>
            </a:r>
            <a:r>
              <a:rPr lang="ko-KR" altLang="en-US" sz="1600" spc="-150" dirty="0"/>
              <a:t>본인에 맞는 카테고리 클릭</a:t>
            </a:r>
            <a:br>
              <a:rPr lang="en-US" altLang="ko-KR" sz="1600" spc="-150" dirty="0"/>
            </a:br>
            <a:br>
              <a:rPr lang="en-US" altLang="ko-KR" sz="1600" spc="-150" dirty="0"/>
            </a:br>
            <a:br>
              <a:rPr lang="en-US" altLang="ko-KR" sz="1600" spc="-150" dirty="0"/>
            </a:br>
            <a:br>
              <a:rPr lang="en-US" altLang="ko-KR" sz="1600" spc="-150" dirty="0"/>
            </a:br>
            <a:r>
              <a:rPr lang="en-US" altLang="ko-KR" sz="1600" spc="-150" dirty="0"/>
              <a:t>6. </a:t>
            </a:r>
            <a:r>
              <a:rPr lang="ko-KR" altLang="en-US" sz="1600" spc="-150" dirty="0"/>
              <a:t>왼쪽 상단 저장 버튼 클릭  </a:t>
            </a:r>
            <a:br>
              <a:rPr lang="en-US" altLang="ko-KR" sz="1600" spc="-150" dirty="0">
                <a:latin typeface="+mn-lt"/>
              </a:rPr>
            </a:br>
            <a:endParaRPr lang="en-US" spc="-150" dirty="0">
              <a:latin typeface="+mn-lt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B2BAA-3374-D7DD-2407-D9F157FBB41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Intuitive confidential information – Intuitive internal use only – may not be shared or distributed.</a:t>
            </a:r>
          </a:p>
        </p:txBody>
      </p:sp>
      <p:sp>
        <p:nvSpPr>
          <p:cNvPr id="15" name="순서도: 연결자 29">
            <a:extLst>
              <a:ext uri="{FF2B5EF4-FFF2-40B4-BE49-F238E27FC236}">
                <a16:creationId xmlns:a16="http://schemas.microsoft.com/office/drawing/2014/main" id="{D38A0BAE-3414-0E28-064A-CD31D33E0CED}"/>
              </a:ext>
            </a:extLst>
          </p:cNvPr>
          <p:cNvSpPr/>
          <p:nvPr/>
        </p:nvSpPr>
        <p:spPr>
          <a:xfrm>
            <a:off x="4083992" y="1568835"/>
            <a:ext cx="265561" cy="264451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2</a:t>
            </a:r>
            <a:endParaRPr lang="en-US" altLang="ko-KR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2F24908A-9AF4-88E6-6BE6-4B5ED8B3741A}"/>
              </a:ext>
            </a:extLst>
          </p:cNvPr>
          <p:cNvSpPr txBox="1">
            <a:spLocks/>
          </p:cNvSpPr>
          <p:nvPr/>
        </p:nvSpPr>
        <p:spPr>
          <a:xfrm>
            <a:off x="8972549" y="6339831"/>
            <a:ext cx="1841499" cy="1384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PNXXXXXXX-XX RevX 00/2022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CA46ADE9-C9CE-DED9-0BC2-9BE9A29313FC}"/>
              </a:ext>
            </a:extLst>
          </p:cNvPr>
          <p:cNvSpPr txBox="1">
            <a:spLocks/>
          </p:cNvSpPr>
          <p:nvPr/>
        </p:nvSpPr>
        <p:spPr>
          <a:xfrm>
            <a:off x="10814050" y="6339831"/>
            <a:ext cx="688746" cy="1384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defPPr>
              <a:defRPr lang="ko-KR"/>
            </a:defPPr>
            <a:lvl1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fld id="{B6250A5C-E150-4746-9993-6EB089447321}" type="slidenum">
              <a:rPr lang="en-US" smtClean="0"/>
              <a:pPr/>
              <a:t>5</a:t>
            </a:fld>
            <a:r>
              <a:rPr lang="en-US"/>
              <a:t> of ##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7D6C85D-63DC-7BD5-F9BF-011F2465E742}"/>
              </a:ext>
            </a:extLst>
          </p:cNvPr>
          <p:cNvSpPr txBox="1">
            <a:spLocks/>
          </p:cNvSpPr>
          <p:nvPr/>
        </p:nvSpPr>
        <p:spPr>
          <a:xfrm>
            <a:off x="687501" y="595556"/>
            <a:ext cx="10816997" cy="184666"/>
          </a:xfrm>
          <a:prstGeom prst="rect">
            <a:avLst/>
          </a:prstGeom>
        </p:spPr>
        <p:txBody>
          <a:bodyPr vert="horz" lIns="0" tIns="0" rIns="91440" bIns="0" rtlCol="0" anchor="b">
            <a:noAutofit/>
          </a:bodyPr>
          <a:lstStyle>
            <a:lvl1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None/>
              <a:defRPr sz="10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None/>
              <a:defRPr sz="8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US" sz="800" b="0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US" sz="800" b="0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strike="noStrike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spc="-150" dirty="0">
                <a:solidFill>
                  <a:schemeClr val="tx1"/>
                </a:solidFill>
              </a:rPr>
              <a:t>CTA</a:t>
            </a:r>
            <a:r>
              <a:rPr lang="ko-KR" altLang="en-US" sz="2400" b="1" spc="-150" dirty="0">
                <a:solidFill>
                  <a:schemeClr val="tx1"/>
                </a:solidFill>
              </a:rPr>
              <a:t> </a:t>
            </a:r>
            <a:r>
              <a:rPr lang="en-US" altLang="ko-KR" sz="2400" b="1" spc="-150" dirty="0">
                <a:solidFill>
                  <a:schemeClr val="tx1"/>
                </a:solidFill>
              </a:rPr>
              <a:t>Calendar </a:t>
            </a:r>
            <a:r>
              <a:rPr lang="ko-KR" altLang="en-US" sz="2400" b="1" spc="-150" dirty="0">
                <a:solidFill>
                  <a:schemeClr val="tx1"/>
                </a:solidFill>
              </a:rPr>
              <a:t>사용 방법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65B6357-D5EC-AAC2-D501-172D131CBAC0}"/>
              </a:ext>
            </a:extLst>
          </p:cNvPr>
          <p:cNvCxnSpPr/>
          <p:nvPr/>
        </p:nvCxnSpPr>
        <p:spPr>
          <a:xfrm>
            <a:off x="609600" y="775253"/>
            <a:ext cx="10972800" cy="0"/>
          </a:xfrm>
          <a:prstGeom prst="line">
            <a:avLst/>
          </a:prstGeom>
          <a:ln w="6350">
            <a:solidFill>
              <a:srgbClr val="BCBD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id="{2882021C-D7D1-B817-7452-DB6A920C6EAC}"/>
              </a:ext>
            </a:extLst>
          </p:cNvPr>
          <p:cNvSpPr/>
          <p:nvPr/>
        </p:nvSpPr>
        <p:spPr>
          <a:xfrm rot="16200000">
            <a:off x="5481641" y="1189036"/>
            <a:ext cx="279398" cy="2085974"/>
          </a:xfrm>
          <a:prstGeom prst="roundRect">
            <a:avLst/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6" name="사각형: 둥근 모서리 26">
            <a:extLst>
              <a:ext uri="{FF2B5EF4-FFF2-40B4-BE49-F238E27FC236}">
                <a16:creationId xmlns:a16="http://schemas.microsoft.com/office/drawing/2014/main" id="{8A24F40F-23DF-1BAA-9F32-EC497DA44BAE}"/>
              </a:ext>
            </a:extLst>
          </p:cNvPr>
          <p:cNvSpPr/>
          <p:nvPr/>
        </p:nvSpPr>
        <p:spPr>
          <a:xfrm rot="16200000">
            <a:off x="5252842" y="853705"/>
            <a:ext cx="279397" cy="2085974"/>
          </a:xfrm>
          <a:prstGeom prst="roundRect">
            <a:avLst/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7" name="순서도: 연결자 29">
            <a:extLst>
              <a:ext uri="{FF2B5EF4-FFF2-40B4-BE49-F238E27FC236}">
                <a16:creationId xmlns:a16="http://schemas.microsoft.com/office/drawing/2014/main" id="{C941D0AF-78D7-15AA-109C-C6A91590AD9B}"/>
              </a:ext>
            </a:extLst>
          </p:cNvPr>
          <p:cNvSpPr/>
          <p:nvPr/>
        </p:nvSpPr>
        <p:spPr>
          <a:xfrm>
            <a:off x="4273225" y="2011405"/>
            <a:ext cx="265561" cy="264451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3</a:t>
            </a:r>
            <a:endParaRPr lang="en-US" altLang="ko-KR"/>
          </a:p>
        </p:txBody>
      </p:sp>
      <p:sp>
        <p:nvSpPr>
          <p:cNvPr id="18" name="사각형: 둥근 모서리 26">
            <a:extLst>
              <a:ext uri="{FF2B5EF4-FFF2-40B4-BE49-F238E27FC236}">
                <a16:creationId xmlns:a16="http://schemas.microsoft.com/office/drawing/2014/main" id="{C4E44B97-EE55-E985-C3FF-04935F8C7FE4}"/>
              </a:ext>
            </a:extLst>
          </p:cNvPr>
          <p:cNvSpPr/>
          <p:nvPr/>
        </p:nvSpPr>
        <p:spPr>
          <a:xfrm rot="16200000">
            <a:off x="6684398" y="634117"/>
            <a:ext cx="825997" cy="5038087"/>
          </a:xfrm>
          <a:prstGeom prst="roundRect">
            <a:avLst/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9" name="순서도: 연결자 29">
            <a:extLst>
              <a:ext uri="{FF2B5EF4-FFF2-40B4-BE49-F238E27FC236}">
                <a16:creationId xmlns:a16="http://schemas.microsoft.com/office/drawing/2014/main" id="{D23138C5-EB67-DC01-BBCB-4B238BB3FA80}"/>
              </a:ext>
            </a:extLst>
          </p:cNvPr>
          <p:cNvSpPr/>
          <p:nvPr/>
        </p:nvSpPr>
        <p:spPr>
          <a:xfrm>
            <a:off x="4349553" y="2552004"/>
            <a:ext cx="265561" cy="264451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4</a:t>
            </a:r>
            <a:endParaRPr lang="en-US" altLang="ko-KR"/>
          </a:p>
        </p:txBody>
      </p:sp>
      <p:pic>
        <p:nvPicPr>
          <p:cNvPr id="20" name="그래픽 10" descr="배지 체크 표시1 단색으로 채워진">
            <a:extLst>
              <a:ext uri="{FF2B5EF4-FFF2-40B4-BE49-F238E27FC236}">
                <a16:creationId xmlns:a16="http://schemas.microsoft.com/office/drawing/2014/main" id="{EC62469D-23E0-1952-87C7-4D7AE24E8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9" y="3581399"/>
            <a:ext cx="307374" cy="307374"/>
          </a:xfrm>
          <a:prstGeom prst="rect">
            <a:avLst/>
          </a:prstGeom>
        </p:spPr>
      </p:pic>
      <p:sp>
        <p:nvSpPr>
          <p:cNvPr id="21" name="사각형: 둥근 모서리 26">
            <a:extLst>
              <a:ext uri="{FF2B5EF4-FFF2-40B4-BE49-F238E27FC236}">
                <a16:creationId xmlns:a16="http://schemas.microsoft.com/office/drawing/2014/main" id="{E283A20A-67FC-8E43-4B6A-B50964C61EFE}"/>
              </a:ext>
            </a:extLst>
          </p:cNvPr>
          <p:cNvSpPr/>
          <p:nvPr/>
        </p:nvSpPr>
        <p:spPr>
          <a:xfrm rot="16200000">
            <a:off x="7325055" y="1321127"/>
            <a:ext cx="264453" cy="350837"/>
          </a:xfrm>
          <a:prstGeom prst="roundRect">
            <a:avLst/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2" name="순서도: 연결자 29">
            <a:extLst>
              <a:ext uri="{FF2B5EF4-FFF2-40B4-BE49-F238E27FC236}">
                <a16:creationId xmlns:a16="http://schemas.microsoft.com/office/drawing/2014/main" id="{E40893BD-C65E-4DF6-6F7D-D2EED1738300}"/>
              </a:ext>
            </a:extLst>
          </p:cNvPr>
          <p:cNvSpPr/>
          <p:nvPr/>
        </p:nvSpPr>
        <p:spPr>
          <a:xfrm>
            <a:off x="7016302" y="1144874"/>
            <a:ext cx="265561" cy="264451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>
                <a:solidFill>
                  <a:schemeClr val="bg1"/>
                </a:solidFill>
              </a:rPr>
              <a:t>5</a:t>
            </a:r>
            <a:endParaRPr lang="en-US" altLang="ko-KR"/>
          </a:p>
        </p:txBody>
      </p:sp>
      <p:pic>
        <p:nvPicPr>
          <p:cNvPr id="25" name="그림 2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5D37C4-1CC3-B928-DBC2-FA10BA34C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209" y="3888773"/>
            <a:ext cx="1193802" cy="164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69103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9AA6C-A81F-8204-8CD8-5AE4FDE92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 descr="텍스트, 번호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416598-AF27-1048-2FAE-D36D940E3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075" y="927445"/>
            <a:ext cx="5488590" cy="2047429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741404-9FC0-10B2-66E0-3CA97B5D6C1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Intuitive confidential information – Intuitive internal use only – may not be shared or distributed.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E9B9D0C5-1D04-D4C2-9FB6-E4CBE009D134}"/>
              </a:ext>
            </a:extLst>
          </p:cNvPr>
          <p:cNvSpPr txBox="1">
            <a:spLocks/>
          </p:cNvSpPr>
          <p:nvPr/>
        </p:nvSpPr>
        <p:spPr>
          <a:xfrm>
            <a:off x="8972549" y="6339831"/>
            <a:ext cx="1841499" cy="1384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9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7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PNXXXXXXX-XX RevX 00/2022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3E71E427-095C-9B07-8432-E7C0B4AC60E8}"/>
              </a:ext>
            </a:extLst>
          </p:cNvPr>
          <p:cNvSpPr txBox="1">
            <a:spLocks/>
          </p:cNvSpPr>
          <p:nvPr/>
        </p:nvSpPr>
        <p:spPr>
          <a:xfrm>
            <a:off x="10814050" y="6339831"/>
            <a:ext cx="688746" cy="13849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defPPr>
              <a:defRPr lang="ko-KR"/>
            </a:defPPr>
            <a:lvl1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1" hangingPunct="1">
              <a:defRPr sz="9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fld id="{B6250A5C-E150-4746-9993-6EB089447321}" type="slidenum">
              <a:rPr lang="en-US" smtClean="0"/>
              <a:pPr/>
              <a:t>6</a:t>
            </a:fld>
            <a:r>
              <a:rPr lang="en-US"/>
              <a:t> of ##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79E14DA-86DD-2E2D-9C65-244F89F66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242" y="4522677"/>
            <a:ext cx="5830372" cy="289310"/>
          </a:xfrm>
        </p:spPr>
        <p:txBody>
          <a:bodyPr/>
          <a:lstStyle/>
          <a:p>
            <a:r>
              <a:rPr lang="en-US" sz="1600"/>
              <a:t>1.</a:t>
            </a:r>
            <a:r>
              <a:rPr lang="en-US" sz="1600" b="1"/>
              <a:t>Calendar</a:t>
            </a:r>
            <a:r>
              <a:rPr lang="ko-KR" altLang="en-US" sz="1600"/>
              <a:t>에서</a:t>
            </a:r>
            <a:r>
              <a:rPr lang="en-US" altLang="ko-KR" sz="1600"/>
              <a:t> </a:t>
            </a:r>
            <a:r>
              <a:rPr lang="en-US" altLang="ko-KR" sz="1600" err="1"/>
              <a:t>예약</a:t>
            </a:r>
            <a:r>
              <a:rPr lang="en-US" altLang="ko-KR" sz="1600"/>
              <a:t> </a:t>
            </a:r>
            <a:r>
              <a:rPr lang="en-US" altLang="ko-KR" sz="1600" err="1"/>
              <a:t>원하는</a:t>
            </a:r>
            <a:r>
              <a:rPr lang="en-US" altLang="ko-KR" sz="1600"/>
              <a:t> </a:t>
            </a:r>
            <a:r>
              <a:rPr lang="en-US" altLang="ko-KR" sz="1600" err="1"/>
              <a:t>시간</a:t>
            </a:r>
            <a:r>
              <a:rPr lang="en-US" altLang="ko-KR" sz="1600"/>
              <a:t> </a:t>
            </a:r>
            <a:r>
              <a:rPr lang="en-US" altLang="ko-KR" sz="1600" err="1"/>
              <a:t>찾기</a:t>
            </a:r>
            <a:r>
              <a:rPr lang="en-US" altLang="ko-KR" sz="1600"/>
              <a:t> (</a:t>
            </a:r>
            <a:r>
              <a:rPr lang="ko-KR" altLang="en-US" sz="1600"/>
              <a:t>본인 일정 캘린더</a:t>
            </a:r>
            <a:r>
              <a:rPr lang="en-US" altLang="ko-KR" sz="1600"/>
              <a:t>) </a:t>
            </a:r>
          </a:p>
        </p:txBody>
      </p:sp>
      <p:sp>
        <p:nvSpPr>
          <p:cNvPr id="18" name="Title 11">
            <a:extLst>
              <a:ext uri="{FF2B5EF4-FFF2-40B4-BE49-F238E27FC236}">
                <a16:creationId xmlns:a16="http://schemas.microsoft.com/office/drawing/2014/main" id="{0C10FE2B-9F45-8D57-DD48-D60938629E7D}"/>
              </a:ext>
            </a:extLst>
          </p:cNvPr>
          <p:cNvSpPr txBox="1">
            <a:spLocks/>
          </p:cNvSpPr>
          <p:nvPr/>
        </p:nvSpPr>
        <p:spPr>
          <a:xfrm>
            <a:off x="723013" y="5445936"/>
            <a:ext cx="5830372" cy="2893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1" hangingPunct="1">
              <a:lnSpc>
                <a:spcPct val="94000"/>
              </a:lnSpc>
              <a:spcBef>
                <a:spcPct val="0"/>
              </a:spcBef>
              <a:buNone/>
              <a:defRPr sz="2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/>
              <a:t>3. </a:t>
            </a:r>
            <a:r>
              <a:rPr lang="en-US" altLang="ko-KR" sz="1600"/>
              <a:t>‘</a:t>
            </a:r>
            <a:r>
              <a:rPr lang="ko-KR" altLang="en-US" sz="1600"/>
              <a:t>새</a:t>
            </a:r>
            <a:r>
              <a:rPr lang="en-US" sz="1600"/>
              <a:t> </a:t>
            </a:r>
            <a:r>
              <a:rPr lang="ko-KR" altLang="en-US" sz="1600"/>
              <a:t>모임 요청</a:t>
            </a:r>
            <a:r>
              <a:rPr lang="en-US" altLang="ko-KR" sz="1600"/>
              <a:t>’</a:t>
            </a:r>
            <a:r>
              <a:rPr lang="ko-KR" altLang="en-US" sz="1600"/>
              <a:t> </a:t>
            </a:r>
            <a:r>
              <a:rPr lang="ko-KR" altLang="en-US" sz="1600" err="1"/>
              <a:t>click</a:t>
            </a:r>
            <a:endParaRPr lang="en-US" altLang="ko-KR" sz="1600"/>
          </a:p>
        </p:txBody>
      </p:sp>
      <p:sp>
        <p:nvSpPr>
          <p:cNvPr id="20" name="Title 11">
            <a:extLst>
              <a:ext uri="{FF2B5EF4-FFF2-40B4-BE49-F238E27FC236}">
                <a16:creationId xmlns:a16="http://schemas.microsoft.com/office/drawing/2014/main" id="{79CFFB8F-AFB2-38B1-33DE-596C60FF6337}"/>
              </a:ext>
            </a:extLst>
          </p:cNvPr>
          <p:cNvSpPr txBox="1">
            <a:spLocks/>
          </p:cNvSpPr>
          <p:nvPr/>
        </p:nvSpPr>
        <p:spPr>
          <a:xfrm>
            <a:off x="6145617" y="3204241"/>
            <a:ext cx="5910115" cy="2893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1" hangingPunct="1">
              <a:lnSpc>
                <a:spcPct val="94000"/>
              </a:lnSpc>
              <a:spcBef>
                <a:spcPct val="0"/>
              </a:spcBef>
              <a:buNone/>
              <a:defRPr sz="2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/>
              <a:t>4. </a:t>
            </a:r>
            <a:r>
              <a:rPr lang="ko-KR" altLang="en-US" sz="1600" b="1"/>
              <a:t>장소</a:t>
            </a:r>
            <a:r>
              <a:rPr lang="ko-KR" altLang="en-US" sz="1600"/>
              <a:t> - 사용 예정인 회의실 추가</a:t>
            </a:r>
            <a:endParaRPr lang="en-US" altLang="ko-KR" sz="1600">
              <a:ea typeface="+mj-lt"/>
              <a:cs typeface="+mj-lt"/>
            </a:endParaRPr>
          </a:p>
          <a:p>
            <a:endParaRPr lang="ko-KR" alt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D8DD5E1-0BAF-9DFC-5CCD-32BC18EAEE4D}"/>
              </a:ext>
            </a:extLst>
          </p:cNvPr>
          <p:cNvGrpSpPr/>
          <p:nvPr/>
        </p:nvGrpSpPr>
        <p:grpSpPr>
          <a:xfrm>
            <a:off x="657446" y="1556119"/>
            <a:ext cx="4571448" cy="2567321"/>
            <a:chOff x="861237" y="1662445"/>
            <a:chExt cx="4571448" cy="256732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F73DD9F-98D7-7995-1377-6F679F5B1CFD}"/>
                </a:ext>
              </a:extLst>
            </p:cNvPr>
            <p:cNvGrpSpPr/>
            <p:nvPr/>
          </p:nvGrpSpPr>
          <p:grpSpPr>
            <a:xfrm>
              <a:off x="901930" y="1662445"/>
              <a:ext cx="4530755" cy="2567321"/>
              <a:chOff x="520930" y="1308026"/>
              <a:chExt cx="5080103" cy="3019204"/>
            </a:xfrm>
          </p:grpSpPr>
          <p:pic>
            <p:nvPicPr>
              <p:cNvPr id="13" name="Picture 12" descr="A screenshot of a calendar&#10;&#10;Description automatically generated">
                <a:extLst>
                  <a:ext uri="{FF2B5EF4-FFF2-40B4-BE49-F238E27FC236}">
                    <a16:creationId xmlns:a16="http://schemas.microsoft.com/office/drawing/2014/main" id="{2D596B07-1EDA-34F9-25DE-1C2F628205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4456" y="1308026"/>
                <a:ext cx="4946577" cy="3019204"/>
              </a:xfrm>
              <a:prstGeom prst="rect">
                <a:avLst/>
              </a:prstGeom>
            </p:spPr>
          </p:pic>
          <p:sp>
            <p:nvSpPr>
              <p:cNvPr id="15" name="순서도: 연결자 29">
                <a:extLst>
                  <a:ext uri="{FF2B5EF4-FFF2-40B4-BE49-F238E27FC236}">
                    <a16:creationId xmlns:a16="http://schemas.microsoft.com/office/drawing/2014/main" id="{D0B5ADAF-5B5A-16C2-DBC6-E975DB582CC7}"/>
                  </a:ext>
                </a:extLst>
              </p:cNvPr>
              <p:cNvSpPr/>
              <p:nvPr/>
            </p:nvSpPr>
            <p:spPr>
              <a:xfrm>
                <a:off x="520930" y="3385459"/>
                <a:ext cx="272004" cy="272004"/>
              </a:xfrm>
              <a:prstGeom prst="flowChartConnector">
                <a:avLst/>
              </a:prstGeom>
              <a:solidFill>
                <a:srgbClr val="DD1A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altLang="ko-KR" b="1">
                  <a:solidFill>
                    <a:schemeClr val="bg1"/>
                  </a:solidFill>
                </a:endParaRPr>
              </a:p>
              <a:p>
                <a:pPr algn="ctr"/>
                <a:endParaRPr lang="en-US" altLang="ko-KR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순서도: 연결자 29">
                <a:extLst>
                  <a:ext uri="{FF2B5EF4-FFF2-40B4-BE49-F238E27FC236}">
                    <a16:creationId xmlns:a16="http://schemas.microsoft.com/office/drawing/2014/main" id="{175D71EE-0B4B-F366-370E-4830DAD10A54}"/>
                  </a:ext>
                </a:extLst>
              </p:cNvPr>
              <p:cNvSpPr/>
              <p:nvPr/>
            </p:nvSpPr>
            <p:spPr>
              <a:xfrm>
                <a:off x="4082837" y="2543715"/>
                <a:ext cx="272004" cy="272004"/>
              </a:xfrm>
              <a:prstGeom prst="flowChartConnector">
                <a:avLst/>
              </a:prstGeom>
              <a:solidFill>
                <a:srgbClr val="DD1A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altLang="ko-KR" b="1">
                  <a:solidFill>
                    <a:schemeClr val="bg1"/>
                  </a:solidFill>
                </a:endParaRPr>
              </a:p>
              <a:p>
                <a:pPr algn="ctr"/>
                <a:endParaRPr lang="en-US" altLang="ko-KR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순서도: 연결자 29">
                <a:extLst>
                  <a:ext uri="{FF2B5EF4-FFF2-40B4-BE49-F238E27FC236}">
                    <a16:creationId xmlns:a16="http://schemas.microsoft.com/office/drawing/2014/main" id="{B6FFD7BD-5BBE-E199-1563-622F53EF3822}"/>
                  </a:ext>
                </a:extLst>
              </p:cNvPr>
              <p:cNvSpPr/>
              <p:nvPr/>
            </p:nvSpPr>
            <p:spPr>
              <a:xfrm>
                <a:off x="5234697" y="2960156"/>
                <a:ext cx="272004" cy="272004"/>
              </a:xfrm>
              <a:prstGeom prst="flowChartConnector">
                <a:avLst/>
              </a:prstGeom>
              <a:solidFill>
                <a:srgbClr val="DD1A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altLang="ko-KR" b="1">
                  <a:solidFill>
                    <a:schemeClr val="bg1"/>
                  </a:solidFill>
                </a:endParaRPr>
              </a:p>
              <a:p>
                <a:pPr algn="ctr"/>
                <a:endParaRPr lang="en-US" altLang="ko-KR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AE9AB7-F58D-1EC1-211B-DD4728A1ED66}"/>
                </a:ext>
              </a:extLst>
            </p:cNvPr>
            <p:cNvSpPr txBox="1"/>
            <p:nvPr/>
          </p:nvSpPr>
          <p:spPr>
            <a:xfrm>
              <a:off x="861237" y="3388906"/>
              <a:ext cx="318976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8C48392-BE3B-A831-57D2-22718605F2F5}"/>
                </a:ext>
              </a:extLst>
            </p:cNvPr>
            <p:cNvSpPr txBox="1"/>
            <p:nvPr/>
          </p:nvSpPr>
          <p:spPr>
            <a:xfrm>
              <a:off x="4042144" y="2670543"/>
              <a:ext cx="318976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6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8D25DA8-1D5C-3E22-AC4E-19AA9B6F1F9F}"/>
                </a:ext>
              </a:extLst>
            </p:cNvPr>
            <p:cNvSpPr txBox="1"/>
            <p:nvPr/>
          </p:nvSpPr>
          <p:spPr>
            <a:xfrm>
              <a:off x="5069957" y="3033822"/>
              <a:ext cx="318976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600" b="1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9A576D6-B23C-2633-AEF1-41A799E44AAA}"/>
              </a:ext>
            </a:extLst>
          </p:cNvPr>
          <p:cNvSpPr txBox="1"/>
          <p:nvPr/>
        </p:nvSpPr>
        <p:spPr>
          <a:xfrm>
            <a:off x="6053469" y="3510516"/>
            <a:ext cx="599499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/>
              <a:t>5. </a:t>
            </a:r>
            <a:r>
              <a:rPr lang="ko-KR" altLang="en-US" sz="1600" b="1"/>
              <a:t>시간</a:t>
            </a:r>
            <a:r>
              <a:rPr lang="ko-KR" altLang="en-US" sz="1600"/>
              <a:t> </a:t>
            </a:r>
            <a:r>
              <a:rPr lang="en-US" altLang="ko-KR" sz="1600"/>
              <a:t>-</a:t>
            </a:r>
            <a:r>
              <a:rPr lang="ko-KR" altLang="en-US" sz="1600"/>
              <a:t> 사용 시간</a:t>
            </a:r>
            <a:r>
              <a:rPr lang="en-US" sz="1600"/>
              <a:t>​</a:t>
            </a: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ECE8FA7D-8AC3-45B5-87CA-0D61C1358FA7}"/>
              </a:ext>
            </a:extLst>
          </p:cNvPr>
          <p:cNvSpPr/>
          <p:nvPr/>
        </p:nvSpPr>
        <p:spPr>
          <a:xfrm>
            <a:off x="5821520" y="1764437"/>
            <a:ext cx="226829" cy="226828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endParaRPr lang="en-US" sz="2000" b="1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BFF294D0-A30D-C695-C561-5BF21C93E8AC}"/>
              </a:ext>
            </a:extLst>
          </p:cNvPr>
          <p:cNvSpPr/>
          <p:nvPr/>
        </p:nvSpPr>
        <p:spPr>
          <a:xfrm>
            <a:off x="5821522" y="2111235"/>
            <a:ext cx="226829" cy="226828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  <a:p>
            <a:pPr algn="ctr"/>
            <a:endParaRPr lang="en-US" sz="2000" b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2230BB-B5A2-F90E-8C33-3A60889C38F6}"/>
              </a:ext>
            </a:extLst>
          </p:cNvPr>
          <p:cNvSpPr txBox="1"/>
          <p:nvPr/>
        </p:nvSpPr>
        <p:spPr>
          <a:xfrm>
            <a:off x="5778102" y="1706531"/>
            <a:ext cx="53428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5201F7-A149-E80B-CF29-7D66C3FE9C17}"/>
              </a:ext>
            </a:extLst>
          </p:cNvPr>
          <p:cNvSpPr txBox="1"/>
          <p:nvPr/>
        </p:nvSpPr>
        <p:spPr>
          <a:xfrm>
            <a:off x="5778210" y="2071154"/>
            <a:ext cx="48112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1" name="사각형: 둥근 모서리 26">
            <a:extLst>
              <a:ext uri="{FF2B5EF4-FFF2-40B4-BE49-F238E27FC236}">
                <a16:creationId xmlns:a16="http://schemas.microsoft.com/office/drawing/2014/main" id="{79687918-7923-A793-9F54-058444CC62B9}"/>
              </a:ext>
            </a:extLst>
          </p:cNvPr>
          <p:cNvSpPr/>
          <p:nvPr/>
        </p:nvSpPr>
        <p:spPr>
          <a:xfrm rot="16200000">
            <a:off x="8616545" y="-304457"/>
            <a:ext cx="293045" cy="5419198"/>
          </a:xfrm>
          <a:prstGeom prst="roundRect">
            <a:avLst/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3" name="사각형: 둥근 모서리 26">
            <a:extLst>
              <a:ext uri="{FF2B5EF4-FFF2-40B4-BE49-F238E27FC236}">
                <a16:creationId xmlns:a16="http://schemas.microsoft.com/office/drawing/2014/main" id="{F23BC837-4949-E67F-8F2E-C2873F9DF45C}"/>
              </a:ext>
            </a:extLst>
          </p:cNvPr>
          <p:cNvSpPr/>
          <p:nvPr/>
        </p:nvSpPr>
        <p:spPr>
          <a:xfrm rot="16200000">
            <a:off x="8598148" y="-589463"/>
            <a:ext cx="226829" cy="5326423"/>
          </a:xfrm>
          <a:prstGeom prst="roundRect">
            <a:avLst/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6" name="Title 11">
            <a:extLst>
              <a:ext uri="{FF2B5EF4-FFF2-40B4-BE49-F238E27FC236}">
                <a16:creationId xmlns:a16="http://schemas.microsoft.com/office/drawing/2014/main" id="{75DACEED-3C6D-5581-E881-C975291D8F95}"/>
              </a:ext>
            </a:extLst>
          </p:cNvPr>
          <p:cNvSpPr txBox="1">
            <a:spLocks/>
          </p:cNvSpPr>
          <p:nvPr/>
        </p:nvSpPr>
        <p:spPr>
          <a:xfrm>
            <a:off x="723012" y="4985192"/>
            <a:ext cx="5830372" cy="2893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1" hangingPunct="1">
              <a:lnSpc>
                <a:spcPct val="94000"/>
              </a:lnSpc>
              <a:spcBef>
                <a:spcPct val="0"/>
              </a:spcBef>
              <a:buNone/>
              <a:defRPr sz="2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>
                <a:ea typeface="+mj-lt"/>
                <a:cs typeface="+mj-lt"/>
              </a:rPr>
              <a:t>2. 마우스 오른쪽 버튼</a:t>
            </a:r>
            <a:r>
              <a:rPr lang="en-US" altLang="ko-KR" sz="1600">
                <a:ea typeface="+mj-lt"/>
                <a:cs typeface="+mj-lt"/>
              </a:rPr>
              <a:t> click</a:t>
            </a:r>
          </a:p>
          <a:p>
            <a:endParaRPr lang="ko-KR" altLang="en-US" sz="1600"/>
          </a:p>
        </p:txBody>
      </p:sp>
      <p:sp>
        <p:nvSpPr>
          <p:cNvPr id="50" name="Title 11">
            <a:extLst>
              <a:ext uri="{FF2B5EF4-FFF2-40B4-BE49-F238E27FC236}">
                <a16:creationId xmlns:a16="http://schemas.microsoft.com/office/drawing/2014/main" id="{5D0BCB5A-148B-1C7A-3623-6D2B05D63D97}"/>
              </a:ext>
            </a:extLst>
          </p:cNvPr>
          <p:cNvSpPr txBox="1">
            <a:spLocks/>
          </p:cNvSpPr>
          <p:nvPr/>
        </p:nvSpPr>
        <p:spPr>
          <a:xfrm>
            <a:off x="6121694" y="5447267"/>
            <a:ext cx="4997489" cy="3070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1" hangingPunct="1">
              <a:lnSpc>
                <a:spcPct val="94000"/>
              </a:lnSpc>
              <a:spcBef>
                <a:spcPct val="0"/>
              </a:spcBef>
              <a:buNone/>
              <a:defRPr sz="2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/>
              <a:t>6. 3일 </a:t>
            </a:r>
            <a:r>
              <a:rPr lang="en-US" altLang="ko-KR" sz="1600" err="1"/>
              <a:t>연속</a:t>
            </a:r>
            <a:r>
              <a:rPr lang="en-US" altLang="ko-KR" sz="1600"/>
              <a:t> </a:t>
            </a:r>
            <a:r>
              <a:rPr lang="en-US" altLang="ko-KR" sz="1600" err="1"/>
              <a:t>예약</a:t>
            </a:r>
            <a:r>
              <a:rPr lang="en-US" altLang="ko-KR" sz="1600"/>
              <a:t> </a:t>
            </a:r>
            <a:r>
              <a:rPr lang="en-US" altLang="ko-KR" sz="1600" err="1"/>
              <a:t>불가함</a:t>
            </a:r>
            <a:r>
              <a:rPr lang="en-US" altLang="ko-KR" sz="1600"/>
              <a:t>. </a:t>
            </a:r>
            <a:r>
              <a:rPr lang="en-US" altLang="ko-KR" sz="1600" b="1" err="1"/>
              <a:t>되풀이</a:t>
            </a:r>
            <a:r>
              <a:rPr lang="en-US" altLang="ko-KR" sz="1600"/>
              <a:t> </a:t>
            </a:r>
            <a:r>
              <a:rPr lang="en-US" altLang="ko-KR" sz="1600" err="1"/>
              <a:t>기능</a:t>
            </a:r>
            <a:r>
              <a:rPr lang="en-US" altLang="ko-KR" sz="1600"/>
              <a:t> </a:t>
            </a:r>
            <a:r>
              <a:rPr lang="en-US" altLang="ko-KR" sz="1600" err="1"/>
              <a:t>사용할</a:t>
            </a:r>
            <a:r>
              <a:rPr lang="en-US" altLang="ko-KR" sz="1600"/>
              <a:t> 것 </a:t>
            </a:r>
            <a:endParaRPr lang="en-US"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91369906-A48E-EA35-36B7-35AC30DE7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25" y="3843338"/>
            <a:ext cx="2981325" cy="1600200"/>
          </a:xfrm>
          <a:prstGeom prst="rect">
            <a:avLst/>
          </a:prstGeom>
        </p:spPr>
      </p:pic>
      <p:sp>
        <p:nvSpPr>
          <p:cNvPr id="5" name="사각형: 둥근 모서리 26">
            <a:extLst>
              <a:ext uri="{FF2B5EF4-FFF2-40B4-BE49-F238E27FC236}">
                <a16:creationId xmlns:a16="http://schemas.microsoft.com/office/drawing/2014/main" id="{F37B1DC1-C32F-6986-5910-A362BB450636}"/>
              </a:ext>
            </a:extLst>
          </p:cNvPr>
          <p:cNvSpPr/>
          <p:nvPr/>
        </p:nvSpPr>
        <p:spPr>
          <a:xfrm rot="16200000">
            <a:off x="8216291" y="4456836"/>
            <a:ext cx="818517" cy="520451"/>
          </a:xfrm>
          <a:prstGeom prst="roundRect">
            <a:avLst/>
          </a:prstGeom>
          <a:noFill/>
          <a:ln w="28575" cap="flat" cmpd="sng" algn="ctr">
            <a:solidFill>
              <a:srgbClr val="DD1A2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9" name="순서도: 연결자 29">
            <a:extLst>
              <a:ext uri="{FF2B5EF4-FFF2-40B4-BE49-F238E27FC236}">
                <a16:creationId xmlns:a16="http://schemas.microsoft.com/office/drawing/2014/main" id="{04C16A00-74CD-51DF-1EBC-D19CBB554AA7}"/>
              </a:ext>
            </a:extLst>
          </p:cNvPr>
          <p:cNvSpPr/>
          <p:nvPr/>
        </p:nvSpPr>
        <p:spPr>
          <a:xfrm>
            <a:off x="8384814" y="4770423"/>
            <a:ext cx="242590" cy="231293"/>
          </a:xfrm>
          <a:prstGeom prst="flowChartConnector">
            <a:avLst/>
          </a:prstGeom>
          <a:solidFill>
            <a:srgbClr val="DD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b="1">
              <a:solidFill>
                <a:schemeClr val="bg1"/>
              </a:solidFill>
            </a:endParaRPr>
          </a:p>
          <a:p>
            <a:pPr algn="ctr"/>
            <a:endParaRPr lang="en-US" altLang="ko-KR" b="1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F6CC16-F110-8E3C-27BC-FBE632233618}"/>
              </a:ext>
            </a:extLst>
          </p:cNvPr>
          <p:cNvSpPr txBox="1"/>
          <p:nvPr/>
        </p:nvSpPr>
        <p:spPr>
          <a:xfrm>
            <a:off x="8361502" y="4736375"/>
            <a:ext cx="29062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5BFFCA2-6087-136A-C21F-8D4700AAF25F}"/>
              </a:ext>
            </a:extLst>
          </p:cNvPr>
          <p:cNvSpPr txBox="1">
            <a:spLocks/>
          </p:cNvSpPr>
          <p:nvPr/>
        </p:nvSpPr>
        <p:spPr>
          <a:xfrm>
            <a:off x="687501" y="595556"/>
            <a:ext cx="10816997" cy="184666"/>
          </a:xfrm>
          <a:prstGeom prst="rect">
            <a:avLst/>
          </a:prstGeom>
        </p:spPr>
        <p:txBody>
          <a:bodyPr vert="horz" lIns="0" tIns="0" rIns="91440" bIns="0" rtlCol="0" anchor="b">
            <a:noAutofit/>
          </a:bodyPr>
          <a:lstStyle>
            <a:lvl1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90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None/>
              <a:defRPr sz="10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None/>
              <a:defRPr sz="8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US" sz="800" b="0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US" sz="800" b="0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strike="noStrike" kern="1200" spc="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spc="-150">
                <a:solidFill>
                  <a:schemeClr val="tx1"/>
                </a:solidFill>
              </a:rPr>
              <a:t>회의실 예약 방법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56BEED3-EDDE-ACD7-E8F4-A4928CC1A220}"/>
              </a:ext>
            </a:extLst>
          </p:cNvPr>
          <p:cNvCxnSpPr/>
          <p:nvPr/>
        </p:nvCxnSpPr>
        <p:spPr>
          <a:xfrm>
            <a:off x="609600" y="775253"/>
            <a:ext cx="10972800" cy="0"/>
          </a:xfrm>
          <a:prstGeom prst="line">
            <a:avLst/>
          </a:prstGeom>
          <a:ln w="6350">
            <a:solidFill>
              <a:srgbClr val="BCBD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13266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EF2A28-E57A-84E9-134A-7750528ACF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5092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2025 Intuitive Presentation Template">
  <a:themeElements>
    <a:clrScheme name="Custom 40">
      <a:dk1>
        <a:srgbClr val="000000"/>
      </a:dk1>
      <a:lt1>
        <a:srgbClr val="FFFFFF"/>
      </a:lt1>
      <a:dk2>
        <a:srgbClr val="202124"/>
      </a:dk2>
      <a:lt2>
        <a:srgbClr val="EEEAE7"/>
      </a:lt2>
      <a:accent1>
        <a:srgbClr val="3D4DFF"/>
      </a:accent1>
      <a:accent2>
        <a:srgbClr val="8CABFF"/>
      </a:accent2>
      <a:accent3>
        <a:srgbClr val="1787A8"/>
      </a:accent3>
      <a:accent4>
        <a:srgbClr val="71CBE4"/>
      </a:accent4>
      <a:accent5>
        <a:srgbClr val="7C4595"/>
      </a:accent5>
      <a:accent6>
        <a:srgbClr val="AF81C5"/>
      </a:accent6>
      <a:hlink>
        <a:srgbClr val="3D4DFF"/>
      </a:hlink>
      <a:folHlink>
        <a:srgbClr val="BCBDC2"/>
      </a:folHlink>
    </a:clrScheme>
    <a:fontScheme name="Custom 18">
      <a:majorFont>
        <a:latin typeface="Avenir Next LT Pro Light"/>
        <a:ea typeface="MS PGothic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BCBDC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mtClean="0"/>
        </a:defPPr>
      </a:lstStyle>
    </a:txDef>
  </a:objectDefaults>
  <a:extraClrSchemeLst/>
  <a:custClrLst>
    <a:custClr name="Blue 80">
      <a:srgbClr val="172280"/>
    </a:custClr>
    <a:custClr name="Blue 70">
      <a:srgbClr val="1C23BA"/>
    </a:custClr>
    <a:custClr name="Blue 50">
      <a:srgbClr val="3D4DFF"/>
    </a:custClr>
    <a:custClr name="Blue 30">
      <a:srgbClr val="8CABFF"/>
    </a:custClr>
    <a:custClr name="Blue 10">
      <a:srgbClr val="D6E1FF"/>
    </a:custClr>
    <a:custClr name="BLANK">
      <a:srgbClr val="FFFFFF"/>
    </a:custClr>
    <a:custClr name="UI Teal">
      <a:srgbClr val="0AC1C4"/>
    </a:custClr>
    <a:custClr name="UI Purple">
      <a:srgbClr val="9429E1"/>
    </a:custClr>
    <a:custClr name="UI Pink">
      <a:srgbClr val="DE2C85"/>
    </a:custClr>
    <a:custClr name="UI Mint">
      <a:srgbClr val="2FC29A"/>
    </a:custClr>
    <a:custClr name="Seafoam 80">
      <a:srgbClr val="032F49"/>
    </a:custClr>
    <a:custClr name="Seafoam 70">
      <a:srgbClr val="1C536C"/>
    </a:custClr>
    <a:custClr name="Seafoam 50">
      <a:srgbClr val="1787A8"/>
    </a:custClr>
    <a:custClr name="Seafoam 30">
      <a:srgbClr val="71CBE4"/>
    </a:custClr>
    <a:custClr name="Seafoam 10">
      <a:srgbClr val="C5E4EC"/>
    </a:custClr>
    <a:custClr name="BLANK">
      <a:srgbClr val="FFFFFF"/>
    </a:custClr>
    <a:custClr name="Status Blue">
      <a:srgbClr val="0080E3"/>
    </a:custClr>
    <a:custClr name="Status Green">
      <a:srgbClr val="1AB12D"/>
    </a:custClr>
    <a:custClr name="Status Yellow">
      <a:srgbClr val="FFC131"/>
    </a:custClr>
    <a:custClr name="Status Red">
      <a:srgbClr val="DD1A20"/>
    </a:custClr>
    <a:custClr name="Lavender 80">
      <a:srgbClr val="220245"/>
    </a:custClr>
    <a:custClr name="Lavender 70">
      <a:srgbClr val="4F246E"/>
    </a:custClr>
    <a:custClr name="Lavender 50">
      <a:srgbClr val="7C4595"/>
    </a:custClr>
    <a:custClr name="Lavender 30">
      <a:srgbClr val="AF81C5"/>
    </a:custClr>
    <a:custClr name="Lavender 10">
      <a:srgbClr val="E5D4ED"/>
    </a:custClr>
    <a:custClr name="BLANK">
      <a:srgbClr val="FFFFFF"/>
    </a:custClr>
    <a:custClr name="Gray 80">
      <a:srgbClr val="46484C"/>
    </a:custClr>
    <a:custClr name="Gray 50">
      <a:srgbClr val="87888F"/>
    </a:custClr>
    <a:custClr name="Gray 30">
      <a:srgbClr val="BCBDC2"/>
    </a:custClr>
    <a:custClr name="Gray 10">
      <a:srgbClr val="F2F3F5"/>
    </a:custClr>
    <a:custClr name="Orange 80">
      <a:srgbClr val="602003"/>
    </a:custClr>
    <a:custClr name="Orange 70">
      <a:srgbClr val="A3441B"/>
    </a:custClr>
    <a:custClr name="Orange 50">
      <a:srgbClr val="E36630"/>
    </a:custClr>
    <a:custClr name="Orange 30">
      <a:srgbClr val="F9AB66"/>
    </a:custClr>
    <a:custClr name="Orange 10">
      <a:srgbClr val="FDEDCC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rk Yellow">
      <a:srgbClr val="FFD980"/>
    </a:custClr>
    <a:custClr name="Yellow 30">
      <a:srgbClr val="FBFEC7"/>
    </a:custClr>
    <a:custClr name="Yellow 10">
      <a:srgbClr val="FDFFE3"/>
    </a:custClr>
  </a:custClrLst>
  <a:extLst>
    <a:ext uri="{05A4C25C-085E-4340-85A3-A5531E510DB2}">
      <thm15:themeFamily xmlns:thm15="http://schemas.microsoft.com/office/thememl/2012/main" name="2025 Intuitive Presentation Template.potx" id="{E687219D-1AD8-44D6-8959-097B3BABA3D8}" vid="{BB4133B6-F557-4A29-9009-EAFF889B08A1}"/>
    </a:ext>
  </a:extLst>
</a:theme>
</file>

<file path=ppt/theme/theme2.xml><?xml version="1.0" encoding="utf-8"?>
<a:theme xmlns:a="http://schemas.openxmlformats.org/drawingml/2006/main" name="Office Theme">
  <a:themeElements>
    <a:clrScheme name="Intuitive">
      <a:dk1>
        <a:srgbClr val="000000"/>
      </a:dk1>
      <a:lt1>
        <a:srgbClr val="FFFFFF"/>
      </a:lt1>
      <a:dk2>
        <a:srgbClr val="4B4D52"/>
      </a:dk2>
      <a:lt2>
        <a:srgbClr val="EDEEF1"/>
      </a:lt2>
      <a:accent1>
        <a:srgbClr val="1C23BA"/>
      </a:accent1>
      <a:accent2>
        <a:srgbClr val="6188FF"/>
      </a:accent2>
      <a:accent3>
        <a:srgbClr val="ABACB3"/>
      </a:accent3>
      <a:accent4>
        <a:srgbClr val="0AC1C4"/>
      </a:accent4>
      <a:accent5>
        <a:srgbClr val="9429FF"/>
      </a:accent5>
      <a:accent6>
        <a:srgbClr val="DE2C85"/>
      </a:accent6>
      <a:hlink>
        <a:srgbClr val="1C23BA"/>
      </a:hlink>
      <a:folHlink>
        <a:srgbClr val="1C23BA"/>
      </a:folHlink>
    </a:clrScheme>
    <a:fontScheme name="Intuitive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Intuitive">
      <a:dk1>
        <a:srgbClr val="000000"/>
      </a:dk1>
      <a:lt1>
        <a:srgbClr val="FFFFFF"/>
      </a:lt1>
      <a:dk2>
        <a:srgbClr val="4B4D52"/>
      </a:dk2>
      <a:lt2>
        <a:srgbClr val="EDEEF1"/>
      </a:lt2>
      <a:accent1>
        <a:srgbClr val="1C23BA"/>
      </a:accent1>
      <a:accent2>
        <a:srgbClr val="6188FF"/>
      </a:accent2>
      <a:accent3>
        <a:srgbClr val="ABACB3"/>
      </a:accent3>
      <a:accent4>
        <a:srgbClr val="0AC1C4"/>
      </a:accent4>
      <a:accent5>
        <a:srgbClr val="9429FF"/>
      </a:accent5>
      <a:accent6>
        <a:srgbClr val="DE2C85"/>
      </a:accent6>
      <a:hlink>
        <a:srgbClr val="1C23BA"/>
      </a:hlink>
      <a:folHlink>
        <a:srgbClr val="1C23BA"/>
      </a:folHlink>
    </a:clrScheme>
    <a:fontScheme name="Intuitive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653e145-d2a0-4935-9db9-20ca0bf2e603">
      <Terms xmlns="http://schemas.microsoft.com/office/infopath/2007/PartnerControls"/>
    </lcf76f155ced4ddcb4097134ff3c332f>
    <TaxCatchAll xmlns="a5bf85ab-5b89-45d5-812d-d881043611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474428A797954481500B6C563EC30B" ma:contentTypeVersion="18" ma:contentTypeDescription="Create a new document." ma:contentTypeScope="" ma:versionID="11f29940b19378f3770f59f3d4be7cca">
  <xsd:schema xmlns:xsd="http://www.w3.org/2001/XMLSchema" xmlns:xs="http://www.w3.org/2001/XMLSchema" xmlns:p="http://schemas.microsoft.com/office/2006/metadata/properties" xmlns:ns2="7653e145-d2a0-4935-9db9-20ca0bf2e603" xmlns:ns3="a5bf85ab-5b89-45d5-812d-d881043611a5" targetNamespace="http://schemas.microsoft.com/office/2006/metadata/properties" ma:root="true" ma:fieldsID="d913c2bd2f16ad067d6fe89faa5233e4" ns2:_="" ns3:_="">
    <xsd:import namespace="7653e145-d2a0-4935-9db9-20ca0bf2e603"/>
    <xsd:import namespace="a5bf85ab-5b89-45d5-812d-d881043611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53e145-d2a0-4935-9db9-20ca0bf2e6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f367377-cea2-4f59-9866-8491a8f07a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bf85ab-5b89-45d5-812d-d881043611a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018993d-1d16-43cf-b63c-2f328976747f}" ma:internalName="TaxCatchAll" ma:showField="CatchAllData" ma:web="a5bf85ab-5b89-45d5-812d-d881043611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16E7242-2D7E-4D3C-AFA0-3A95D2F6A1C7}">
  <ds:schemaRefs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  <ds:schemaRef ds:uri="a5bf85ab-5b89-45d5-812d-d881043611a5"/>
    <ds:schemaRef ds:uri="7653e145-d2a0-4935-9db9-20ca0bf2e603"/>
  </ds:schemaRefs>
</ds:datastoreItem>
</file>

<file path=customXml/itemProps2.xml><?xml version="1.0" encoding="utf-8"?>
<ds:datastoreItem xmlns:ds="http://schemas.openxmlformats.org/officeDocument/2006/customXml" ds:itemID="{09FF677F-61CC-485F-A51C-3229F5BE52D7}">
  <ds:schemaRefs>
    <ds:schemaRef ds:uri="7653e145-d2a0-4935-9db9-20ca0bf2e603"/>
    <ds:schemaRef ds:uri="a5bf85ab-5b89-45d5-812d-d881043611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E15C79D-7F3B-4FCB-9D53-B4F971F841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399</Words>
  <Application>Microsoft Office PowerPoint</Application>
  <PresentationFormat>와이드스크린</PresentationFormat>
  <Paragraphs>53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Avenir Next LT Pro</vt:lpstr>
      <vt:lpstr>Avenir Next LT Pro Light</vt:lpstr>
      <vt:lpstr>2025 Intuitive Presentation Template</vt:lpstr>
      <vt:lpstr>PowerPoint 프레젠테이션</vt:lpstr>
      <vt:lpstr>  1. Outlook (classic) 접속   - Outlook  우측 상단 토글 버튼 눌러 접속 가능  2. 일정                 버튼 클릭 3. 캘린더 왼쪽 리스트 오른쪽 클릭 4. '일정 추가' 클릭 5.  '회의실 목록에서' 클릭</vt:lpstr>
      <vt:lpstr>   6. “vc-kr“, “ISK CTA Calendar“ 검색 7. 회의실 캘린더 16개, CTA 캘린더 1개 (총 17개) 선택하여 추가 8. OK 클릭</vt:lpstr>
      <vt:lpstr>      7. 추가된 신규 캘린더 확인 </vt:lpstr>
      <vt:lpstr> 1.  일정 추가 원하는 요일 더블 클릭 2. ISK CTA Calendar 인지 확인 일정 Calendar의 경우 본인 일정에만 표시 3. 이벤트 명 작성 ex. [JS]  삼성서울병원 URO 전성수 교수님 dv5 prostatectomy case support 4. 시간 변경           하루 종일 버튼 통해 종일 예약 가능 5. 본인에 맞는 카테고리 클릭    6. 왼쪽 상단 저장 버튼 클릭   </vt:lpstr>
      <vt:lpstr>1.Calendar에서 예약 원하는 시간 찾기 (본인 일정 캘린더) 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Sunmin Kwak</dc:creator>
  <cp:lastModifiedBy>Sunmin Kwak</cp:lastModifiedBy>
  <cp:revision>2</cp:revision>
  <cp:lastPrinted>2023-12-08T17:10:41Z</cp:lastPrinted>
  <dcterms:created xsi:type="dcterms:W3CDTF">2026-05-04T02:41:08Z</dcterms:created>
  <dcterms:modified xsi:type="dcterms:W3CDTF">2026-05-10T09:52:37Z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0x01010098474428A797954481500B6C563EC30B</vt:lpwstr>
  </property>
  <property fmtid="{D5CDD505-2E9C-101B-9397-08002B2CF9AE}" pid="3" name="MediaServiceImageTags">
    <vt:lpwstr/>
  </property>
</Properties>
</file>