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1" r:id="rId4"/>
    <p:sldId id="268" r:id="rId5"/>
    <p:sldId id="263" r:id="rId6"/>
    <p:sldId id="269" r:id="rId7"/>
    <p:sldId id="267" r:id="rId8"/>
    <p:sldId id="262" r:id="rId9"/>
    <p:sldId id="270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EEC5EE-293A-4941-8A05-2803525EE7EB}" v="1" dt="2026-10-09T10:04:12.4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59" d="100"/>
          <a:sy n="59" d="100"/>
        </p:scale>
        <p:origin x="21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n Jung" userId="19220116675_tp_box_2" providerId="OAuth2" clId="{028D6B85-A63D-4E0F-94D6-048D70C1B70D}"/>
    <pc:docChg chg="addSld modSld">
      <pc:chgData name="Jun Jung" userId="19220116675_tp_box_2" providerId="OAuth2" clId="{028D6B85-A63D-4E0F-94D6-048D70C1B70D}" dt="2026-10-09T10:04:57.507" v="4" actId="1076"/>
      <pc:docMkLst>
        <pc:docMk/>
      </pc:docMkLst>
      <pc:sldChg chg="addSp delSp modSp new mod">
        <pc:chgData name="Jun Jung" userId="19220116675_tp_box_2" providerId="OAuth2" clId="{028D6B85-A63D-4E0F-94D6-048D70C1B70D}" dt="2026-10-09T10:04:57.507" v="4" actId="1076"/>
        <pc:sldMkLst>
          <pc:docMk/>
          <pc:sldMk cId="2670583210" sldId="270"/>
        </pc:sldMkLst>
        <pc:spChg chg="del">
          <ac:chgData name="Jun Jung" userId="19220116675_tp_box_2" providerId="OAuth2" clId="{028D6B85-A63D-4E0F-94D6-048D70C1B70D}" dt="2026-10-09T10:04:12.420" v="1" actId="478"/>
          <ac:spMkLst>
            <pc:docMk/>
            <pc:sldMk cId="2670583210" sldId="270"/>
            <ac:spMk id="2" creationId="{5D711548-D817-1AEB-E3C2-08327B9DBE3F}"/>
          </ac:spMkLst>
        </pc:spChg>
        <pc:spChg chg="del">
          <ac:chgData name="Jun Jung" userId="19220116675_tp_box_2" providerId="OAuth2" clId="{028D6B85-A63D-4E0F-94D6-048D70C1B70D}" dt="2026-10-09T10:04:12.420" v="1" actId="478"/>
          <ac:spMkLst>
            <pc:docMk/>
            <pc:sldMk cId="2670583210" sldId="270"/>
            <ac:spMk id="3" creationId="{F205ED50-79A2-0546-E624-89E6C4AD2D20}"/>
          </ac:spMkLst>
        </pc:spChg>
        <pc:picChg chg="add">
          <ac:chgData name="Jun Jung" userId="19220116675_tp_box_2" providerId="OAuth2" clId="{028D6B85-A63D-4E0F-94D6-048D70C1B70D}" dt="2026-10-09T10:04:15.016" v="2" actId="22"/>
          <ac:picMkLst>
            <pc:docMk/>
            <pc:sldMk cId="2670583210" sldId="270"/>
            <ac:picMk id="5" creationId="{E3553F50-A34D-227E-64DD-C970F34D8797}"/>
          </ac:picMkLst>
        </pc:picChg>
        <pc:picChg chg="add mod">
          <ac:chgData name="Jun Jung" userId="19220116675_tp_box_2" providerId="OAuth2" clId="{028D6B85-A63D-4E0F-94D6-048D70C1B70D}" dt="2026-10-09T10:04:57.507" v="4" actId="1076"/>
          <ac:picMkLst>
            <pc:docMk/>
            <pc:sldMk cId="2670583210" sldId="270"/>
            <ac:picMk id="7" creationId="{BA074AB0-31D9-B8B7-739C-FB89D9E92429}"/>
          </ac:picMkLst>
        </pc:picChg>
      </pc:sldChg>
    </pc:docChg>
  </pc:docChgLst>
  <pc:docChgLst>
    <pc:chgData name="Phillip Kang" userId="41082822116_tp_box_2" providerId="OAuth2" clId="{54150462-B7BA-4EE7-BA93-EF3E68FB72EE}"/>
    <pc:docChg chg="undo custSel addSld delSld modSld sldOrd">
      <pc:chgData name="Phillip Kang" userId="41082822116_tp_box_2" providerId="OAuth2" clId="{54150462-B7BA-4EE7-BA93-EF3E68FB72EE}" dt="2026-09-29T04:29:25.627" v="4499" actId="6549"/>
      <pc:docMkLst>
        <pc:docMk/>
      </pc:docMkLst>
      <pc:sldChg chg="modSp mod">
        <pc:chgData name="Phillip Kang" userId="41082822116_tp_box_2" providerId="OAuth2" clId="{54150462-B7BA-4EE7-BA93-EF3E68FB72EE}" dt="2026-09-29T04:29:25.627" v="4499" actId="6549"/>
        <pc:sldMkLst>
          <pc:docMk/>
          <pc:sldMk cId="3450476421" sldId="257"/>
        </pc:sldMkLst>
        <pc:spChg chg="mod">
          <ac:chgData name="Phillip Kang" userId="41082822116_tp_box_2" providerId="OAuth2" clId="{54150462-B7BA-4EE7-BA93-EF3E68FB72EE}" dt="2026-09-29T04:29:25.627" v="4499" actId="6549"/>
          <ac:spMkLst>
            <pc:docMk/>
            <pc:sldMk cId="3450476421" sldId="257"/>
            <ac:spMk id="2" creationId="{00000000-0000-0000-0000-000000000000}"/>
          </ac:spMkLst>
        </pc:spChg>
      </pc:sldChg>
      <pc:sldChg chg="addSp modSp mod">
        <pc:chgData name="Phillip Kang" userId="41082822116_tp_box_2" providerId="OAuth2" clId="{54150462-B7BA-4EE7-BA93-EF3E68FB72EE}" dt="2026-09-29T04:27:46.243" v="4467" actId="1038"/>
        <pc:sldMkLst>
          <pc:docMk/>
          <pc:sldMk cId="3779015633" sldId="258"/>
        </pc:sldMkLst>
        <pc:spChg chg="mod">
          <ac:chgData name="Phillip Kang" userId="41082822116_tp_box_2" providerId="OAuth2" clId="{54150462-B7BA-4EE7-BA93-EF3E68FB72EE}" dt="2026-09-29T04:26:47.054" v="4338" actId="1036"/>
          <ac:spMkLst>
            <pc:docMk/>
            <pc:sldMk cId="3779015633" sldId="258"/>
            <ac:spMk id="6" creationId="{00000000-0000-0000-0000-000000000000}"/>
          </ac:spMkLst>
        </pc:spChg>
        <pc:spChg chg="mod">
          <ac:chgData name="Phillip Kang" userId="41082822116_tp_box_2" providerId="OAuth2" clId="{54150462-B7BA-4EE7-BA93-EF3E68FB72EE}" dt="2026-09-29T04:22:31.277" v="4155" actId="20577"/>
          <ac:spMkLst>
            <pc:docMk/>
            <pc:sldMk cId="3779015633" sldId="258"/>
            <ac:spMk id="7" creationId="{00000000-0000-0000-0000-000000000000}"/>
          </ac:spMkLst>
        </pc:spChg>
        <pc:spChg chg="mod">
          <ac:chgData name="Phillip Kang" userId="41082822116_tp_box_2" providerId="OAuth2" clId="{54150462-B7BA-4EE7-BA93-EF3E68FB72EE}" dt="2026-09-29T04:26:41.802" v="4289" actId="1036"/>
          <ac:spMkLst>
            <pc:docMk/>
            <pc:sldMk cId="3779015633" sldId="258"/>
            <ac:spMk id="9" creationId="{00000000-0000-0000-0000-000000000000}"/>
          </ac:spMkLst>
        </pc:spChg>
        <pc:spChg chg="mod">
          <ac:chgData name="Phillip Kang" userId="41082822116_tp_box_2" providerId="OAuth2" clId="{54150462-B7BA-4EE7-BA93-EF3E68FB72EE}" dt="2026-09-29T04:27:40.682" v="4434" actId="1038"/>
          <ac:spMkLst>
            <pc:docMk/>
            <pc:sldMk cId="3779015633" sldId="258"/>
            <ac:spMk id="10" creationId="{00000000-0000-0000-0000-000000000000}"/>
          </ac:spMkLst>
        </pc:spChg>
        <pc:spChg chg="add mod">
          <ac:chgData name="Phillip Kang" userId="41082822116_tp_box_2" providerId="OAuth2" clId="{54150462-B7BA-4EE7-BA93-EF3E68FB72EE}" dt="2026-09-29T04:27:46.243" v="4467" actId="1038"/>
          <ac:spMkLst>
            <pc:docMk/>
            <pc:sldMk cId="3779015633" sldId="258"/>
            <ac:spMk id="11" creationId="{1B4ACABD-F25A-DB7A-1A06-38B335CDB257}"/>
          </ac:spMkLst>
        </pc:spChg>
        <pc:picChg chg="mod">
          <ac:chgData name="Phillip Kang" userId="41082822116_tp_box_2" providerId="OAuth2" clId="{54150462-B7BA-4EE7-BA93-EF3E68FB72EE}" dt="2026-09-29T04:27:40.682" v="4434" actId="1038"/>
          <ac:picMkLst>
            <pc:docMk/>
            <pc:sldMk cId="3779015633" sldId="258"/>
            <ac:picMk id="3" creationId="{FBA1C61E-97F0-7FD2-7BE6-1F8D6CE7F385}"/>
          </ac:picMkLst>
        </pc:picChg>
        <pc:picChg chg="add mod modCrop">
          <ac:chgData name="Phillip Kang" userId="41082822116_tp_box_2" providerId="OAuth2" clId="{54150462-B7BA-4EE7-BA93-EF3E68FB72EE}" dt="2026-09-29T04:27:46.243" v="4467" actId="1038"/>
          <ac:picMkLst>
            <pc:docMk/>
            <pc:sldMk cId="3779015633" sldId="258"/>
            <ac:picMk id="4" creationId="{AD58032E-B198-F78A-0B71-E201233D229E}"/>
          </ac:picMkLst>
        </pc:picChg>
      </pc:sldChg>
      <pc:sldChg chg="modSp mod">
        <pc:chgData name="Phillip Kang" userId="41082822116_tp_box_2" providerId="OAuth2" clId="{54150462-B7BA-4EE7-BA93-EF3E68FB72EE}" dt="2026-09-29T04:23:13.320" v="4188" actId="6549"/>
        <pc:sldMkLst>
          <pc:docMk/>
          <pc:sldMk cId="2238802241" sldId="261"/>
        </pc:sldMkLst>
        <pc:spChg chg="mod">
          <ac:chgData name="Phillip Kang" userId="41082822116_tp_box_2" providerId="OAuth2" clId="{54150462-B7BA-4EE7-BA93-EF3E68FB72EE}" dt="2026-09-29T04:23:13.320" v="4188" actId="6549"/>
          <ac:spMkLst>
            <pc:docMk/>
            <pc:sldMk cId="2238802241" sldId="261"/>
            <ac:spMk id="5" creationId="{5E6CA06C-5542-74C3-104A-3A9BD4CE9054}"/>
          </ac:spMkLst>
        </pc:spChg>
      </pc:sldChg>
      <pc:sldChg chg="modSp mod ord">
        <pc:chgData name="Phillip Kang" userId="41082822116_tp_box_2" providerId="OAuth2" clId="{54150462-B7BA-4EE7-BA93-EF3E68FB72EE}" dt="2026-09-29T04:22:55.310" v="4182" actId="6549"/>
        <pc:sldMkLst>
          <pc:docMk/>
          <pc:sldMk cId="1287550319" sldId="262"/>
        </pc:sldMkLst>
        <pc:spChg chg="mod">
          <ac:chgData name="Phillip Kang" userId="41082822116_tp_box_2" providerId="OAuth2" clId="{54150462-B7BA-4EE7-BA93-EF3E68FB72EE}" dt="2026-09-29T04:22:55.310" v="4182" actId="6549"/>
          <ac:spMkLst>
            <pc:docMk/>
            <pc:sldMk cId="1287550319" sldId="262"/>
            <ac:spMk id="7" creationId="{00000000-0000-0000-0000-000000000000}"/>
          </ac:spMkLst>
        </pc:spChg>
      </pc:sldChg>
      <pc:sldChg chg="modSp mod">
        <pc:chgData name="Phillip Kang" userId="41082822116_tp_box_2" providerId="OAuth2" clId="{54150462-B7BA-4EE7-BA93-EF3E68FB72EE}" dt="2026-09-29T04:23:19.280" v="4200" actId="6549"/>
        <pc:sldMkLst>
          <pc:docMk/>
          <pc:sldMk cId="3806831515" sldId="263"/>
        </pc:sldMkLst>
        <pc:spChg chg="mod">
          <ac:chgData name="Phillip Kang" userId="41082822116_tp_box_2" providerId="OAuth2" clId="{54150462-B7BA-4EE7-BA93-EF3E68FB72EE}" dt="2026-09-29T04:23:19.280" v="4200" actId="6549"/>
          <ac:spMkLst>
            <pc:docMk/>
            <pc:sldMk cId="3806831515" sldId="263"/>
            <ac:spMk id="7" creationId="{00000000-0000-0000-0000-000000000000}"/>
          </ac:spMkLst>
        </pc:spChg>
      </pc:sldChg>
      <pc:sldChg chg="addSp delSp modSp mod">
        <pc:chgData name="Phillip Kang" userId="41082822116_tp_box_2" providerId="OAuth2" clId="{54150462-B7BA-4EE7-BA93-EF3E68FB72EE}" dt="2026-09-29T04:22:41.675" v="4158" actId="20577"/>
        <pc:sldMkLst>
          <pc:docMk/>
          <pc:sldMk cId="221024707" sldId="267"/>
        </pc:sldMkLst>
        <pc:spChg chg="add mod">
          <ac:chgData name="Phillip Kang" userId="41082822116_tp_box_2" providerId="OAuth2" clId="{54150462-B7BA-4EE7-BA93-EF3E68FB72EE}" dt="2026-09-29T04:22:41.675" v="4158" actId="20577"/>
          <ac:spMkLst>
            <pc:docMk/>
            <pc:sldMk cId="221024707" sldId="267"/>
            <ac:spMk id="4" creationId="{04EB9B9B-C537-1300-C402-BC631E99C6CA}"/>
          </ac:spMkLst>
        </pc:spChg>
      </pc:sldChg>
      <pc:sldChg chg="modSp mod">
        <pc:chgData name="Phillip Kang" userId="41082822116_tp_box_2" providerId="OAuth2" clId="{54150462-B7BA-4EE7-BA93-EF3E68FB72EE}" dt="2026-09-29T04:23:15.986" v="4194" actId="6549"/>
        <pc:sldMkLst>
          <pc:docMk/>
          <pc:sldMk cId="2324521507" sldId="268"/>
        </pc:sldMkLst>
        <pc:spChg chg="mod">
          <ac:chgData name="Phillip Kang" userId="41082822116_tp_box_2" providerId="OAuth2" clId="{54150462-B7BA-4EE7-BA93-EF3E68FB72EE}" dt="2026-09-29T04:23:15.986" v="4194" actId="6549"/>
          <ac:spMkLst>
            <pc:docMk/>
            <pc:sldMk cId="2324521507" sldId="268"/>
            <ac:spMk id="4" creationId="{D8D4C4E4-E647-0002-F7C4-A6F837BADCCC}"/>
          </ac:spMkLst>
        </pc:spChg>
      </pc:sldChg>
      <pc:sldChg chg="addSp delSp modSp mod">
        <pc:chgData name="Phillip Kang" userId="41082822116_tp_box_2" providerId="OAuth2" clId="{54150462-B7BA-4EE7-BA93-EF3E68FB72EE}" dt="2026-09-29T04:23:21.675" v="4206" actId="6549"/>
        <pc:sldMkLst>
          <pc:docMk/>
          <pc:sldMk cId="2480058542" sldId="269"/>
        </pc:sldMkLst>
        <pc:spChg chg="add mod">
          <ac:chgData name="Phillip Kang" userId="41082822116_tp_box_2" providerId="OAuth2" clId="{54150462-B7BA-4EE7-BA93-EF3E68FB72EE}" dt="2026-09-29T04:23:21.675" v="4206" actId="6549"/>
          <ac:spMkLst>
            <pc:docMk/>
            <pc:sldMk cId="2480058542" sldId="269"/>
            <ac:spMk id="3" creationId="{0DF7E64D-624A-708F-E385-BC3C9E10CFE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CF47-B118-4DF3-ADDD-1DBD470ECD02}" type="datetimeFigureOut">
              <a:rPr lang="ko-KR" altLang="en-US" smtClean="0"/>
              <a:t>2026-10-09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5F019-5B29-4B40-9C36-6CCF28BCE0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8273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CF47-B118-4DF3-ADDD-1DBD470ECD02}" type="datetimeFigureOut">
              <a:rPr lang="ko-KR" altLang="en-US" smtClean="0"/>
              <a:t>2026-10-09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5F019-5B29-4B40-9C36-6CCF28BCE0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715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CF47-B118-4DF3-ADDD-1DBD470ECD02}" type="datetimeFigureOut">
              <a:rPr lang="ko-KR" altLang="en-US" smtClean="0"/>
              <a:t>2026-10-09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5F019-5B29-4B40-9C36-6CCF28BCE0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6233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CF47-B118-4DF3-ADDD-1DBD470ECD02}" type="datetimeFigureOut">
              <a:rPr lang="ko-KR" altLang="en-US" smtClean="0"/>
              <a:t>2026-10-09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5F019-5B29-4B40-9C36-6CCF28BCE0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0490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CF47-B118-4DF3-ADDD-1DBD470ECD02}" type="datetimeFigureOut">
              <a:rPr lang="ko-KR" altLang="en-US" smtClean="0"/>
              <a:t>2026-10-09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5F019-5B29-4B40-9C36-6CCF28BCE0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9866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CF47-B118-4DF3-ADDD-1DBD470ECD02}" type="datetimeFigureOut">
              <a:rPr lang="ko-KR" altLang="en-US" smtClean="0"/>
              <a:t>2026-10-09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5F019-5B29-4B40-9C36-6CCF28BCE0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7369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CF47-B118-4DF3-ADDD-1DBD470ECD02}" type="datetimeFigureOut">
              <a:rPr lang="ko-KR" altLang="en-US" smtClean="0"/>
              <a:t>2026-10-09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5F019-5B29-4B40-9C36-6CCF28BCE0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2384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CF47-B118-4DF3-ADDD-1DBD470ECD02}" type="datetimeFigureOut">
              <a:rPr lang="ko-KR" altLang="en-US" smtClean="0"/>
              <a:t>2026-10-09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5F019-5B29-4B40-9C36-6CCF28BCE0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5094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CF47-B118-4DF3-ADDD-1DBD470ECD02}" type="datetimeFigureOut">
              <a:rPr lang="ko-KR" altLang="en-US" smtClean="0"/>
              <a:t>2026-10-09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5F019-5B29-4B40-9C36-6CCF28BCE0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0203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CF47-B118-4DF3-ADDD-1DBD470ECD02}" type="datetimeFigureOut">
              <a:rPr lang="ko-KR" altLang="en-US" smtClean="0"/>
              <a:t>2026-10-09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5F019-5B29-4B40-9C36-6CCF28BCE0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5522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CF47-B118-4DF3-ADDD-1DBD470ECD02}" type="datetimeFigureOut">
              <a:rPr lang="ko-KR" altLang="en-US" smtClean="0"/>
              <a:t>2026-10-09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5F019-5B29-4B40-9C36-6CCF28BCE0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2853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709349" y="1533240"/>
            <a:ext cx="8434652" cy="2025496"/>
          </a:xfrm>
        </p:spPr>
        <p:txBody>
          <a:bodyPr anchor="b">
            <a:normAutofit/>
          </a:bodyPr>
          <a:lstStyle>
            <a:lvl1pPr marL="0" indent="0" algn="l">
              <a:buNone/>
              <a:defRPr sz="5867" b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Title Here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711200" y="3558304"/>
            <a:ext cx="8432800" cy="406400"/>
          </a:xfrm>
        </p:spPr>
        <p:txBody>
          <a:bodyPr/>
          <a:lstStyle>
            <a:lvl1pPr marL="0" indent="0" algn="l">
              <a:buNone/>
              <a:defRPr sz="2133" b="0" cap="all" baseline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711200" y="3937000"/>
            <a:ext cx="8442179" cy="406400"/>
          </a:xfrm>
        </p:spPr>
        <p:txBody>
          <a:bodyPr/>
          <a:lstStyle>
            <a:lvl1pPr marL="0" indent="0" algn="l">
              <a:buNone/>
              <a:defRPr sz="1600" b="0" i="1" cap="all" baseline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Speaker 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6031821"/>
      </p:ext>
    </p:extLst>
  </p:cSld>
  <p:clrMapOvr>
    <a:masterClrMapping/>
  </p:clrMapOvr>
  <p:transition spd="slow"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1200" y="2123824"/>
            <a:ext cx="10391595" cy="3352800"/>
          </a:xfrm>
        </p:spPr>
        <p:txBody>
          <a:bodyPr>
            <a:normAutofit/>
          </a:bodyPr>
          <a:lstStyle>
            <a:lvl1pPr marL="605337" indent="-605337">
              <a:buFont typeface="Arial" panose="020B0604020202020204" pitchFamily="34" charset="0"/>
              <a:buChar char="•"/>
              <a:defRPr/>
            </a:lvl1pPr>
            <a:lvl2pPr marL="1382116" indent="-624387">
              <a:buFont typeface="Century Gothic" panose="020B0502020202020204" pitchFamily="34" charset="0"/>
              <a:buChar char="−"/>
              <a:defRPr/>
            </a:lvl2pPr>
            <a:lvl3pPr marL="2146193" indent="-611687">
              <a:buFont typeface="Arial" panose="020B0604020202020204" pitchFamily="34" charset="0"/>
              <a:buChar char="•"/>
              <a:defRPr/>
            </a:lvl3pPr>
            <a:lvl4pPr marL="2897573" indent="-598986">
              <a:buFont typeface="Century Gothic" panose="020B0502020202020204" pitchFamily="34" charset="0"/>
              <a:buChar char="−"/>
              <a:defRPr/>
            </a:lvl4pPr>
            <a:lvl5pPr marL="3672234" indent="-62227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itle 4"/>
          <p:cNvSpPr>
            <a:spLocks noGrp="1" noChangeArrowheads="1"/>
          </p:cNvSpPr>
          <p:nvPr>
            <p:ph type="title"/>
          </p:nvPr>
        </p:nvSpPr>
        <p:spPr bwMode="auto">
          <a:xfrm>
            <a:off x="713810" y="685875"/>
            <a:ext cx="10539293" cy="1467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3464126"/>
      </p:ext>
    </p:extLst>
  </p:cSld>
  <p:clrMapOvr>
    <a:masterClrMapping/>
  </p:clrMapOvr>
  <p:transition spd="slow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30CF47-B118-4DF3-ADDD-1DBD470ECD02}" type="datetimeFigureOut">
              <a:rPr lang="ko-KR" altLang="en-US" smtClean="0"/>
              <a:t>2026-10-09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05F019-5B29-4B40-9C36-6CCF28BCE0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428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 anchor="b"/>
          <a:lstStyle/>
          <a:p>
            <a:r>
              <a:rPr lang="en-US" dirty="0"/>
              <a:t>Concur User Guide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440ABF-F405-7CBE-FCB1-968F5E5E21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algn="r"/>
            <a:r>
              <a:rPr lang="en-US" altLang="ko-KR" dirty="0"/>
              <a:t>JUN</a:t>
            </a:r>
            <a:r>
              <a:rPr lang="ko-KR" altLang="en-US" dirty="0"/>
              <a:t> </a:t>
            </a:r>
            <a:r>
              <a:rPr lang="en-US" altLang="ko-KR" dirty="0"/>
              <a:t>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0476421"/>
      </p:ext>
    </p:extLst>
  </p:cSld>
  <p:clrMapOvr>
    <a:masterClrMapping/>
  </p:clrMapOvr>
  <p:transition spd="slow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331825" y="3055311"/>
            <a:ext cx="477873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My Apps Dashboard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에서 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SSO(Single Sign On)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로 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Concur 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사이트에 접속 후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</a:p>
          <a:p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메인 화면의 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Create Expense Report 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를 클릭한다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7" name="제목 3"/>
          <p:cNvSpPr>
            <a:spLocks noGrp="1"/>
          </p:cNvSpPr>
          <p:nvPr>
            <p:ph type="title"/>
          </p:nvPr>
        </p:nvSpPr>
        <p:spPr>
          <a:xfrm>
            <a:off x="713810" y="685875"/>
            <a:ext cx="6135877" cy="644161"/>
          </a:xfrm>
        </p:spPr>
        <p:txBody>
          <a:bodyPr>
            <a:normAutofit/>
          </a:bodyPr>
          <a:lstStyle/>
          <a:p>
            <a:r>
              <a:rPr lang="en-US" altLang="ko-KR" sz="3500" dirty="0">
                <a:latin typeface="Calibri" panose="020F0502020204030204" pitchFamily="34" charset="0"/>
                <a:cs typeface="Calibri" panose="020F0502020204030204" pitchFamily="34" charset="0"/>
              </a:rPr>
              <a:t>Report Creation</a:t>
            </a:r>
            <a:endParaRPr lang="ko-KR" altLang="en-US" sz="35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31825" y="3565715"/>
            <a:ext cx="477873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 startAt="2"/>
            </a:pPr>
            <a:r>
              <a:rPr lang="ko-KR" altLang="en-US" sz="1100" dirty="0"/>
              <a:t>왼쪽과 같이 </a:t>
            </a:r>
            <a:r>
              <a:rPr lang="en-US" altLang="ko-KR" sz="1100" dirty="0"/>
              <a:t>Create Expense Report </a:t>
            </a:r>
            <a:r>
              <a:rPr lang="ko-KR" altLang="en-US" sz="1100" dirty="0"/>
              <a:t>팝업창에서</a:t>
            </a:r>
            <a:r>
              <a:rPr lang="en-US" altLang="ko-KR" sz="1100" dirty="0"/>
              <a:t> 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아래와</a:t>
            </a:r>
            <a:endParaRPr lang="en-US" altLang="ko-KR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 같이 작성한다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altLang="ko-KR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        2-1) 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일반비용 정산 </a:t>
            </a:r>
            <a:endParaRPr lang="en-US" altLang="ko-KR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        - Report Name  : 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주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_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월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_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이름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_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성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(ex. 1W_Feb_Gildong_Hong)</a:t>
            </a:r>
          </a:p>
          <a:p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        - Business Purpose : 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업무내용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대표적인 내용 기입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, ex. Hospital Sales)</a:t>
            </a:r>
          </a:p>
          <a:p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        - Trip Identifier : IS Korea Domestic Travel 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또는 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Overseas Travel 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중 선택</a:t>
            </a:r>
            <a:endParaRPr lang="en-US" altLang="ko-KR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ko-KR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        2-2) HCP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Event 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건 정산</a:t>
            </a:r>
            <a:endParaRPr lang="en-US" altLang="ko-KR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        - Report Name  : </a:t>
            </a:r>
            <a:r>
              <a:rPr lang="en-US" altLang="ko-KR" sz="1100" dirty="0" err="1">
                <a:latin typeface="Calibri" panose="020F0502020204030204" pitchFamily="34" charset="0"/>
                <a:cs typeface="Calibri" panose="020F0502020204030204" pitchFamily="34" charset="0"/>
              </a:rPr>
              <a:t>eYulchon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 상의 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Document ID 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기입</a:t>
            </a:r>
            <a:endParaRPr lang="en-US" altLang="ko-KR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        - Business Purpose : 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행사 타입 기재 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(ex. Product presentation)</a:t>
            </a:r>
          </a:p>
          <a:p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        - Trip Identifier Compliance </a:t>
            </a:r>
            <a:r>
              <a:rPr lang="en-US" altLang="ko-KR" sz="1100" dirty="0" err="1">
                <a:latin typeface="Calibri" panose="020F0502020204030204" pitchFamily="34" charset="0"/>
                <a:cs typeface="Calibri" panose="020F0502020204030204" pitchFamily="34" charset="0"/>
              </a:rPr>
              <a:t>Events_Multi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 Org 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또는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 Single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Org 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선택</a:t>
            </a:r>
            <a:endParaRPr lang="en-US" altLang="ko-KR" sz="11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A1C61E-97F0-7FD2-7BE6-1F8D6CE7F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6653" y="1354944"/>
            <a:ext cx="4671784" cy="1409953"/>
          </a:xfrm>
          <a:prstGeom prst="rect">
            <a:avLst/>
          </a:prstGeom>
          <a:ln w="38100">
            <a:solidFill>
              <a:srgbClr val="00B0F0"/>
            </a:solidFill>
          </a:ln>
        </p:spPr>
      </p:pic>
      <p:sp>
        <p:nvSpPr>
          <p:cNvPr id="10" name="모서리가 둥근 직사각형 9"/>
          <p:cNvSpPr/>
          <p:nvPr/>
        </p:nvSpPr>
        <p:spPr>
          <a:xfrm>
            <a:off x="7503883" y="2040634"/>
            <a:ext cx="2228351" cy="70817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2EEBFE-CA17-2569-6D93-8E851049D3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644" y="3179037"/>
            <a:ext cx="6803590" cy="2488350"/>
          </a:xfrm>
          <a:prstGeom prst="rect">
            <a:avLst/>
          </a:prstGeom>
          <a:ln w="38100">
            <a:solidFill>
              <a:srgbClr val="00B0F0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D58032E-B198-F78A-0B71-E201233D229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952" t="21318" r="37143"/>
          <a:stretch>
            <a:fillRect/>
          </a:stretch>
        </p:blipFill>
        <p:spPr>
          <a:xfrm>
            <a:off x="1415431" y="1354944"/>
            <a:ext cx="3324139" cy="1714331"/>
          </a:xfrm>
          <a:prstGeom prst="rect">
            <a:avLst/>
          </a:prstGeom>
          <a:ln w="38100">
            <a:solidFill>
              <a:srgbClr val="00B0F0"/>
            </a:solidFill>
          </a:ln>
        </p:spPr>
      </p:pic>
      <p:sp>
        <p:nvSpPr>
          <p:cNvPr id="11" name="모서리가 둥근 직사각형 9">
            <a:extLst>
              <a:ext uri="{FF2B5EF4-FFF2-40B4-BE49-F238E27FC236}">
                <a16:creationId xmlns:a16="http://schemas.microsoft.com/office/drawing/2014/main" id="{1B4ACABD-F25A-DB7A-1A06-38B335CDB257}"/>
              </a:ext>
            </a:extLst>
          </p:cNvPr>
          <p:cNvSpPr/>
          <p:nvPr/>
        </p:nvSpPr>
        <p:spPr>
          <a:xfrm>
            <a:off x="2574320" y="1972503"/>
            <a:ext cx="1066021" cy="109677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9015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268739" y="2223751"/>
            <a:ext cx="288968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Concur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Home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Expense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Manage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Expenses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화면의 하단의 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Available Expenses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에서 법인카드 사용 내역을 확인할 수 있다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. (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실제 사용이후 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3~10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일 후에 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Concur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에서 내역 확인 가능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228600" indent="-228600">
              <a:buAutoNum type="arabicPeriod"/>
            </a:pPr>
            <a:endParaRPr lang="en-US" altLang="ko-KR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8600" indent="-228600">
              <a:buAutoNum type="arabicPeriod"/>
            </a:pPr>
            <a:endParaRPr lang="en-US" altLang="ko-KR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8600" indent="-228600">
              <a:buAutoNum type="arabicPeriod"/>
            </a:pPr>
            <a:endParaRPr lang="en-US" altLang="ko-KR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8600" indent="-228600">
              <a:buAutoNum type="arabicPeriod"/>
            </a:pP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현대카드 사용한 내역이 왼쪽과 같이 확인이 되면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해당 건을 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Check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한 후 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Move 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버튼을 클릭하여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생성한 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Report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로 이동시킨다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5" name="제목 3">
            <a:extLst>
              <a:ext uri="{FF2B5EF4-FFF2-40B4-BE49-F238E27FC236}">
                <a16:creationId xmlns:a16="http://schemas.microsoft.com/office/drawing/2014/main" id="{5E6CA06C-5542-74C3-104A-3A9BD4CE9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810" y="685875"/>
            <a:ext cx="9811121" cy="644161"/>
          </a:xfrm>
        </p:spPr>
        <p:txBody>
          <a:bodyPr>
            <a:normAutofit/>
          </a:bodyPr>
          <a:lstStyle/>
          <a:p>
            <a:r>
              <a:rPr lang="en-US" altLang="ko-KR" sz="3500" dirty="0">
                <a:latin typeface="Calibri" panose="020F0502020204030204" pitchFamily="34" charset="0"/>
                <a:cs typeface="Calibri" panose="020F0502020204030204" pitchFamily="34" charset="0"/>
              </a:rPr>
              <a:t>Report Creation_</a:t>
            </a:r>
            <a:r>
              <a:rPr lang="ko-KR" altLang="en-US" sz="3500" dirty="0">
                <a:latin typeface="Calibri" panose="020F0502020204030204" pitchFamily="34" charset="0"/>
                <a:cs typeface="Calibri" panose="020F0502020204030204" pitchFamily="34" charset="0"/>
              </a:rPr>
              <a:t>법인카드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81E7BD5-D16E-2722-FDC2-F9CF8B16B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220" y="2131098"/>
            <a:ext cx="8919519" cy="2697220"/>
          </a:xfrm>
          <a:prstGeom prst="rect">
            <a:avLst/>
          </a:prstGeom>
          <a:ln w="38100">
            <a:solidFill>
              <a:srgbClr val="00B0F0"/>
            </a:solidFill>
          </a:ln>
        </p:spPr>
      </p:pic>
      <p:sp>
        <p:nvSpPr>
          <p:cNvPr id="11" name="모서리가 둥근 직사각형 10"/>
          <p:cNvSpPr/>
          <p:nvPr/>
        </p:nvSpPr>
        <p:spPr>
          <a:xfrm>
            <a:off x="7977329" y="3668380"/>
            <a:ext cx="1291410" cy="26914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모서리가 둥근 직사각형 11"/>
          <p:cNvSpPr/>
          <p:nvPr/>
        </p:nvSpPr>
        <p:spPr>
          <a:xfrm>
            <a:off x="416485" y="3643657"/>
            <a:ext cx="404609" cy="108696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38100">
                <a:solidFill>
                  <a:schemeClr val="tx1"/>
                </a:solidFill>
              </a:ln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349220" y="2131099"/>
            <a:ext cx="1703515" cy="23888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38100">
                <a:solidFill>
                  <a:schemeClr val="tx1"/>
                </a:solidFill>
              </a:ln>
            </a:endParaRPr>
          </a:p>
        </p:txBody>
      </p:sp>
      <p:sp>
        <p:nvSpPr>
          <p:cNvPr id="17" name="모서리가 둥근 직사각형 16"/>
          <p:cNvSpPr/>
          <p:nvPr/>
        </p:nvSpPr>
        <p:spPr>
          <a:xfrm>
            <a:off x="8669095" y="3015234"/>
            <a:ext cx="502897" cy="26914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38100">
                <a:solidFill>
                  <a:schemeClr val="tx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238802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D8D4C4E4-E647-0002-F7C4-A6F837BAD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810" y="685875"/>
            <a:ext cx="9811121" cy="644161"/>
          </a:xfrm>
        </p:spPr>
        <p:txBody>
          <a:bodyPr>
            <a:normAutofit/>
          </a:bodyPr>
          <a:lstStyle/>
          <a:p>
            <a:r>
              <a:rPr lang="en-US" altLang="ko-KR" sz="3500" dirty="0">
                <a:latin typeface="Calibri" panose="020F0502020204030204" pitchFamily="34" charset="0"/>
                <a:cs typeface="Calibri" panose="020F0502020204030204" pitchFamily="34" charset="0"/>
              </a:rPr>
              <a:t>Report Creation_</a:t>
            </a:r>
            <a:r>
              <a:rPr lang="ko-KR" altLang="en-US" sz="3500" dirty="0">
                <a:latin typeface="Calibri" panose="020F0502020204030204" pitchFamily="34" charset="0"/>
                <a:cs typeface="Calibri" panose="020F0502020204030204" pitchFamily="34" charset="0"/>
              </a:rPr>
              <a:t>법인카드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0E2E0EF-9AD5-4C79-B18C-01EA1111CA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457"/>
          <a:stretch>
            <a:fillRect/>
          </a:stretch>
        </p:blipFill>
        <p:spPr>
          <a:xfrm>
            <a:off x="355984" y="1467053"/>
            <a:ext cx="8349477" cy="4429896"/>
          </a:xfrm>
          <a:prstGeom prst="rect">
            <a:avLst/>
          </a:prstGeom>
          <a:ln w="38100">
            <a:solidFill>
              <a:srgbClr val="00B0F0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99B68FC-AF01-1A91-C8B6-1A4B06953FA1}"/>
              </a:ext>
            </a:extLst>
          </p:cNvPr>
          <p:cNvSpPr txBox="1"/>
          <p:nvPr/>
        </p:nvSpPr>
        <p:spPr>
          <a:xfrm>
            <a:off x="8864080" y="1479436"/>
            <a:ext cx="3303037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 startAt="3"/>
            </a:pP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Expense report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로 들어가 결제 내역을 클릭하면 현대카드에서 업데이트 된 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Expense type, Transaction Date, Vendor Name 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및 결제한 금액을 볼 수 있다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  아래와 같이 리포트를 작성한다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altLang="ko-KR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Expense Type : 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타입이 잘못 선택 되었거나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내용 값이 없을 경우에 수정</a:t>
            </a:r>
            <a:endParaRPr lang="en-US" altLang="ko-KR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Business Purpose : 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업무내용 기재</a:t>
            </a:r>
            <a:endParaRPr lang="en-US" altLang="ko-KR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City : 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해당 업무가 행해진 도시 선택</a:t>
            </a:r>
            <a:endParaRPr lang="en-US" altLang="ko-KR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Is this a U.S. HCP related expense Y/N : No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Comment : 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비용의 디테일 기재 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ko-KR" altLang="en-US" sz="1100" dirty="0" err="1">
                <a:latin typeface="Calibri" panose="020F0502020204030204" pitchFamily="34" charset="0"/>
                <a:cs typeface="Calibri" panose="020F0502020204030204" pitchFamily="34" charset="0"/>
              </a:rPr>
              <a:t>출도착지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 등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Attendees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 참석자 추가</a:t>
            </a:r>
            <a:endParaRPr lang="en-US" altLang="ko-KR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Receipt : Expense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에 자동으로 매칭된 영수증이 이미 </a:t>
            </a:r>
            <a:r>
              <a:rPr lang="ko-KR" altLang="en-US" sz="1100" dirty="0" err="1">
                <a:latin typeface="Calibri" panose="020F0502020204030204" pitchFamily="34" charset="0"/>
                <a:cs typeface="Calibri" panose="020F0502020204030204" pitchFamily="34" charset="0"/>
              </a:rPr>
              <a:t>첨부되어있는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 경우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추가 증빙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세부내역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ko-KR" sz="1100" dirty="0" err="1">
                <a:latin typeface="Calibri" panose="020F0502020204030204" pitchFamily="34" charset="0"/>
                <a:cs typeface="Calibri" panose="020F0502020204030204" pitchFamily="34" charset="0"/>
              </a:rPr>
              <a:t>eYulchon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승인자료 등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 첨부가 필요하면 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Add 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버튼을 눌러 추가 가능</a:t>
            </a:r>
            <a:endParaRPr lang="en-US" altLang="ko-KR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첨부된 영수증이 없고 새로 </a:t>
            </a:r>
            <a:r>
              <a:rPr lang="ko-KR" altLang="en-US" sz="1100" dirty="0" err="1">
                <a:latin typeface="Calibri" panose="020F0502020204030204" pitchFamily="34" charset="0"/>
                <a:cs typeface="Calibri" panose="020F0502020204030204" pitchFamily="34" charset="0"/>
              </a:rPr>
              <a:t>첨부해야하는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 경우에도 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Add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로 추가 가능</a:t>
            </a:r>
            <a:endParaRPr lang="en-US" altLang="ko-KR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ko-KR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ko-KR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ko-KR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8600" indent="-228600">
              <a:buAutoNum type="arabicPeriod" startAt="4"/>
            </a:pP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모든 내역 작성 후 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Save Expenses 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클릭</a:t>
            </a:r>
            <a:endParaRPr lang="en-US" altLang="ko-KR" sz="1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모서리가 둥근 직사각형 15">
            <a:extLst>
              <a:ext uri="{FF2B5EF4-FFF2-40B4-BE49-F238E27FC236}">
                <a16:creationId xmlns:a16="http://schemas.microsoft.com/office/drawing/2014/main" id="{8C9D4DB7-D991-84AE-826A-8768C0055498}"/>
              </a:ext>
            </a:extLst>
          </p:cNvPr>
          <p:cNvSpPr/>
          <p:nvPr/>
        </p:nvSpPr>
        <p:spPr>
          <a:xfrm>
            <a:off x="6172284" y="5603080"/>
            <a:ext cx="760361" cy="29386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38100">
                <a:solidFill>
                  <a:schemeClr val="tx1"/>
                </a:solidFill>
              </a:ln>
            </a:endParaRPr>
          </a:p>
        </p:txBody>
      </p:sp>
      <p:sp>
        <p:nvSpPr>
          <p:cNvPr id="8" name="모서리가 둥근 직사각형 15">
            <a:extLst>
              <a:ext uri="{FF2B5EF4-FFF2-40B4-BE49-F238E27FC236}">
                <a16:creationId xmlns:a16="http://schemas.microsoft.com/office/drawing/2014/main" id="{749E60DF-4D27-E969-9D0E-37FADCFEDB3F}"/>
              </a:ext>
            </a:extLst>
          </p:cNvPr>
          <p:cNvSpPr/>
          <p:nvPr/>
        </p:nvSpPr>
        <p:spPr>
          <a:xfrm>
            <a:off x="4598521" y="1612421"/>
            <a:ext cx="775912" cy="33767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38100">
                <a:solidFill>
                  <a:schemeClr val="tx1"/>
                </a:solidFill>
              </a:ln>
            </a:endParaRPr>
          </a:p>
        </p:txBody>
      </p:sp>
      <p:sp>
        <p:nvSpPr>
          <p:cNvPr id="9" name="모서리가 둥근 직사각형 15">
            <a:extLst>
              <a:ext uri="{FF2B5EF4-FFF2-40B4-BE49-F238E27FC236}">
                <a16:creationId xmlns:a16="http://schemas.microsoft.com/office/drawing/2014/main" id="{F4876B69-7DC6-D663-3904-E284A494B300}"/>
              </a:ext>
            </a:extLst>
          </p:cNvPr>
          <p:cNvSpPr/>
          <p:nvPr/>
        </p:nvSpPr>
        <p:spPr>
          <a:xfrm>
            <a:off x="355984" y="2275162"/>
            <a:ext cx="707706" cy="23477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38100">
                <a:solidFill>
                  <a:schemeClr val="tx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324521507"/>
      </p:ext>
    </p:extLst>
  </p:cSld>
  <p:clrMapOvr>
    <a:masterClrMapping/>
  </p:clrMapOvr>
  <p:transition spd="slow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029304" y="2995232"/>
            <a:ext cx="385034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법인카드를 사용하지 않은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현금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개인카드 사용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비용은 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Expense Report  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우측 상단의 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Add Expenses 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를 클릭한 후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, Manually Create Expense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를 선택</a:t>
            </a:r>
            <a:endParaRPr lang="en-US" altLang="ko-KR" sz="1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제목 3"/>
          <p:cNvSpPr>
            <a:spLocks noGrp="1"/>
          </p:cNvSpPr>
          <p:nvPr>
            <p:ph type="title"/>
          </p:nvPr>
        </p:nvSpPr>
        <p:spPr>
          <a:xfrm>
            <a:off x="713810" y="685875"/>
            <a:ext cx="10750696" cy="644161"/>
          </a:xfrm>
        </p:spPr>
        <p:txBody>
          <a:bodyPr>
            <a:normAutofit/>
          </a:bodyPr>
          <a:lstStyle/>
          <a:p>
            <a:r>
              <a:rPr lang="en-US" altLang="ko-KR" sz="3500" dirty="0">
                <a:latin typeface="Calibri" panose="020F0502020204030204" pitchFamily="34" charset="0"/>
                <a:cs typeface="Calibri" panose="020F0502020204030204" pitchFamily="34" charset="0"/>
              </a:rPr>
              <a:t>Report Creation_</a:t>
            </a:r>
            <a:r>
              <a:rPr lang="ko-KR" altLang="en-US" sz="3500" dirty="0">
                <a:latin typeface="Calibri" panose="020F0502020204030204" pitchFamily="34" charset="0"/>
                <a:cs typeface="Calibri" panose="020F0502020204030204" pitchFamily="34" charset="0"/>
              </a:rPr>
              <a:t>개인카드</a:t>
            </a:r>
            <a:r>
              <a:rPr lang="en-US" altLang="ko-KR" sz="3500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ko-KR" altLang="en-US" sz="3500" dirty="0">
                <a:latin typeface="Calibri" panose="020F0502020204030204" pitchFamily="34" charset="0"/>
                <a:cs typeface="Calibri" panose="020F0502020204030204" pitchFamily="34" charset="0"/>
              </a:rPr>
              <a:t>현금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BD53A97-80CD-D7F4-D5F5-B0DB76C0A1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355" y="2288563"/>
            <a:ext cx="7444174" cy="2013502"/>
          </a:xfrm>
          <a:prstGeom prst="rect">
            <a:avLst/>
          </a:prstGeom>
          <a:ln w="38100">
            <a:solidFill>
              <a:srgbClr val="00B0F0"/>
            </a:solidFill>
          </a:ln>
        </p:spPr>
      </p:pic>
      <p:sp>
        <p:nvSpPr>
          <p:cNvPr id="16" name="모서리가 둥근 직사각형 15"/>
          <p:cNvSpPr/>
          <p:nvPr/>
        </p:nvSpPr>
        <p:spPr>
          <a:xfrm>
            <a:off x="6210173" y="3710481"/>
            <a:ext cx="1394276" cy="30168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38100">
                <a:solidFill>
                  <a:schemeClr val="tx1"/>
                </a:solidFill>
              </a:ln>
            </a:endParaRPr>
          </a:p>
        </p:txBody>
      </p:sp>
      <p:sp>
        <p:nvSpPr>
          <p:cNvPr id="12" name="모서리가 둥근 직사각형 15">
            <a:extLst>
              <a:ext uri="{FF2B5EF4-FFF2-40B4-BE49-F238E27FC236}">
                <a16:creationId xmlns:a16="http://schemas.microsoft.com/office/drawing/2014/main" id="{B032494B-B8B8-3907-6E94-FBA643AD99A6}"/>
              </a:ext>
            </a:extLst>
          </p:cNvPr>
          <p:cNvSpPr/>
          <p:nvPr/>
        </p:nvSpPr>
        <p:spPr>
          <a:xfrm>
            <a:off x="6610823" y="8411594"/>
            <a:ext cx="760361" cy="29386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38100">
                <a:solidFill>
                  <a:schemeClr val="tx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806831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2A7680C-3411-58E4-0135-5E9E680707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457"/>
          <a:stretch>
            <a:fillRect/>
          </a:stretch>
        </p:blipFill>
        <p:spPr>
          <a:xfrm>
            <a:off x="355984" y="1467053"/>
            <a:ext cx="8349477" cy="4429896"/>
          </a:xfrm>
          <a:prstGeom prst="rect">
            <a:avLst/>
          </a:prstGeom>
          <a:ln w="38100">
            <a:solidFill>
              <a:srgbClr val="00B0F0"/>
            </a:solidFill>
          </a:ln>
        </p:spPr>
      </p:pic>
      <p:sp>
        <p:nvSpPr>
          <p:cNvPr id="5" name="모서리가 둥근 직사각형 15">
            <a:extLst>
              <a:ext uri="{FF2B5EF4-FFF2-40B4-BE49-F238E27FC236}">
                <a16:creationId xmlns:a16="http://schemas.microsoft.com/office/drawing/2014/main" id="{04CEF3F1-AD78-B54F-1CBC-B5178767FEC4}"/>
              </a:ext>
            </a:extLst>
          </p:cNvPr>
          <p:cNvSpPr/>
          <p:nvPr/>
        </p:nvSpPr>
        <p:spPr>
          <a:xfrm>
            <a:off x="6172284" y="5603080"/>
            <a:ext cx="760361" cy="29386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38100">
                <a:solidFill>
                  <a:schemeClr val="tx1"/>
                </a:solidFill>
              </a:ln>
            </a:endParaRPr>
          </a:p>
        </p:txBody>
      </p:sp>
      <p:sp>
        <p:nvSpPr>
          <p:cNvPr id="6" name="모서리가 둥근 직사각형 15">
            <a:extLst>
              <a:ext uri="{FF2B5EF4-FFF2-40B4-BE49-F238E27FC236}">
                <a16:creationId xmlns:a16="http://schemas.microsoft.com/office/drawing/2014/main" id="{0ADC0C8A-1B31-4D27-CD03-A413AF92799F}"/>
              </a:ext>
            </a:extLst>
          </p:cNvPr>
          <p:cNvSpPr/>
          <p:nvPr/>
        </p:nvSpPr>
        <p:spPr>
          <a:xfrm>
            <a:off x="4598521" y="1612421"/>
            <a:ext cx="775912" cy="33767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38100">
                <a:solidFill>
                  <a:schemeClr val="tx1"/>
                </a:solidFill>
              </a:ln>
            </a:endParaRPr>
          </a:p>
        </p:txBody>
      </p:sp>
      <p:sp>
        <p:nvSpPr>
          <p:cNvPr id="7" name="모서리가 둥근 직사각형 15">
            <a:extLst>
              <a:ext uri="{FF2B5EF4-FFF2-40B4-BE49-F238E27FC236}">
                <a16:creationId xmlns:a16="http://schemas.microsoft.com/office/drawing/2014/main" id="{E12BE691-76C8-ACA9-945C-FED910528D79}"/>
              </a:ext>
            </a:extLst>
          </p:cNvPr>
          <p:cNvSpPr/>
          <p:nvPr/>
        </p:nvSpPr>
        <p:spPr>
          <a:xfrm>
            <a:off x="355984" y="2275162"/>
            <a:ext cx="707706" cy="23477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38100">
                <a:solidFill>
                  <a:schemeClr val="tx1"/>
                </a:solidFill>
              </a:ln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860971" y="1622636"/>
            <a:ext cx="333102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 startAt="2"/>
            </a:pP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법인카드 비용과는 다르게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모든 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Field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를 수기로 채워야 한다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altLang="ko-KR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Expense Type : 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비용에 맞게 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Type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선택</a:t>
            </a:r>
            <a:endParaRPr lang="en-US" altLang="ko-KR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Transaction Date : 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영수증 날짜 기입</a:t>
            </a:r>
            <a:endParaRPr lang="en-US" altLang="ko-KR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Business Purpose : 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업무내용 기재</a:t>
            </a:r>
            <a:endParaRPr lang="en-US" altLang="ko-KR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Vendor Name : 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영수증 상의 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Vendor 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이름을 소리나는 대로 기재</a:t>
            </a:r>
            <a:endParaRPr lang="en-US" altLang="ko-KR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City : 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해당 업무가 행해진 도시 선택</a:t>
            </a:r>
            <a:endParaRPr lang="en-US" altLang="ko-KR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Payment Type : 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비용 지급 수단 선택 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(Personal card 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또는 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Cash 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선택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Is this a U.S. HCP related expense Y/N : 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Comment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 비용의 디테일 기재 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ko-KR" altLang="en-US" sz="1100" dirty="0" err="1">
                <a:latin typeface="Calibri" panose="020F0502020204030204" pitchFamily="34" charset="0"/>
                <a:cs typeface="Calibri" panose="020F0502020204030204" pitchFamily="34" charset="0"/>
              </a:rPr>
              <a:t>출도착지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 등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Attendees : 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참석자 추가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Receipt : Expense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에 자동으로 매칭된 영수증이 이미 </a:t>
            </a:r>
            <a:r>
              <a:rPr lang="ko-KR" altLang="en-US" sz="1100" dirty="0" err="1">
                <a:latin typeface="Calibri" panose="020F0502020204030204" pitchFamily="34" charset="0"/>
                <a:cs typeface="Calibri" panose="020F0502020204030204" pitchFamily="34" charset="0"/>
              </a:rPr>
              <a:t>첨부되어있는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 경우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추가 증빙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세부내역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ko-KR" sz="1100" dirty="0" err="1">
                <a:latin typeface="Calibri" panose="020F0502020204030204" pitchFamily="34" charset="0"/>
                <a:cs typeface="Calibri" panose="020F0502020204030204" pitchFamily="34" charset="0"/>
              </a:rPr>
              <a:t>eYulchon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승인자료 등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첨부가 필요하면 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Add 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버튼을 눌러 추가 가능</a:t>
            </a:r>
            <a:endParaRPr lang="en-US" altLang="ko-KR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첨부된 영수증이 없고 새로 </a:t>
            </a:r>
            <a:r>
              <a:rPr lang="ko-KR" altLang="en-US" sz="1100" dirty="0" err="1">
                <a:latin typeface="Calibri" panose="020F0502020204030204" pitchFamily="34" charset="0"/>
                <a:cs typeface="Calibri" panose="020F0502020204030204" pitchFamily="34" charset="0"/>
              </a:rPr>
              <a:t>첨부해야하는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 경우에도 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Add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로 추가 가능</a:t>
            </a:r>
            <a:endParaRPr lang="en-US" altLang="ko-KR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ko-KR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ko-KR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3.     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모든 내역 작성 후 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Save Expenses 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클릭</a:t>
            </a:r>
            <a:endParaRPr lang="en-US" altLang="ko-KR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8600" indent="-228600">
              <a:buAutoNum type="arabicPeriod"/>
            </a:pPr>
            <a:endParaRPr lang="en-US" altLang="ko-KR" sz="1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제목 3">
            <a:extLst>
              <a:ext uri="{FF2B5EF4-FFF2-40B4-BE49-F238E27FC236}">
                <a16:creationId xmlns:a16="http://schemas.microsoft.com/office/drawing/2014/main" id="{0DF7E64D-624A-708F-E385-BC3C9E10C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810" y="685875"/>
            <a:ext cx="10750696" cy="644161"/>
          </a:xfrm>
        </p:spPr>
        <p:txBody>
          <a:bodyPr>
            <a:normAutofit/>
          </a:bodyPr>
          <a:lstStyle/>
          <a:p>
            <a:r>
              <a:rPr lang="en-US" altLang="ko-KR" sz="3500" dirty="0">
                <a:latin typeface="Calibri" panose="020F0502020204030204" pitchFamily="34" charset="0"/>
                <a:cs typeface="Calibri" panose="020F0502020204030204" pitchFamily="34" charset="0"/>
              </a:rPr>
              <a:t>Report Creation_</a:t>
            </a:r>
            <a:r>
              <a:rPr lang="ko-KR" altLang="en-US" sz="3500" dirty="0">
                <a:latin typeface="Calibri" panose="020F0502020204030204" pitchFamily="34" charset="0"/>
                <a:cs typeface="Calibri" panose="020F0502020204030204" pitchFamily="34" charset="0"/>
              </a:rPr>
              <a:t>개인카드</a:t>
            </a:r>
            <a:r>
              <a:rPr lang="en-US" altLang="ko-KR" sz="3500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ko-KR" altLang="en-US" sz="3500" dirty="0">
                <a:latin typeface="Calibri" panose="020F0502020204030204" pitchFamily="34" charset="0"/>
                <a:cs typeface="Calibri" panose="020F0502020204030204" pitchFamily="34" charset="0"/>
              </a:rPr>
              <a:t>현금</a:t>
            </a:r>
          </a:p>
        </p:txBody>
      </p:sp>
    </p:spTree>
    <p:extLst>
      <p:ext uri="{BB962C8B-B14F-4D97-AF65-F5344CB8AC3E}">
        <p14:creationId xmlns:p14="http://schemas.microsoft.com/office/powerpoint/2010/main" val="2480058542"/>
      </p:ext>
    </p:extLst>
  </p:cSld>
  <p:clrMapOvr>
    <a:masterClrMapping/>
  </p:clrMapOvr>
  <p:transition spd="slow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04586" y="4355212"/>
            <a:ext cx="3754229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 - Expense type : HCP </a:t>
            </a:r>
            <a:r>
              <a:rPr lang="en-US" altLang="ko-KR" sz="1100" dirty="0" err="1">
                <a:latin typeface="Calibri" panose="020F0502020204030204" pitchFamily="34" charset="0"/>
                <a:cs typeface="Calibri" panose="020F0502020204030204" pitchFamily="34" charset="0"/>
              </a:rPr>
              <a:t>Meals_Single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 Org., HCP </a:t>
            </a:r>
            <a:r>
              <a:rPr lang="en-US" altLang="ko-KR" sz="1100" dirty="0" err="1">
                <a:latin typeface="Calibri" panose="020F0502020204030204" pitchFamily="34" charset="0"/>
                <a:cs typeface="Calibri" panose="020F0502020204030204" pitchFamily="34" charset="0"/>
              </a:rPr>
              <a:t>Meals_Multi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 Org., HCP Others, Semi Product Presentation 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중 선택</a:t>
            </a:r>
            <a:endParaRPr lang="en-US" altLang="ko-KR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ko-KR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 - Business Propose : 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행사 종류</a:t>
            </a:r>
            <a:endParaRPr lang="en-US" altLang="ko-KR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 - CR # :  </a:t>
            </a:r>
            <a:r>
              <a:rPr lang="en-US" altLang="ko-KR" sz="1100" dirty="0" err="1">
                <a:latin typeface="Calibri" panose="020F0502020204030204" pitchFamily="34" charset="0"/>
                <a:cs typeface="Calibri" panose="020F0502020204030204" pitchFamily="34" charset="0"/>
              </a:rPr>
              <a:t>eYulchon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상의 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Document ID</a:t>
            </a:r>
          </a:p>
          <a:p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 - Product Name : 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행사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내용</a:t>
            </a:r>
            <a:endParaRPr lang="en-US" altLang="ko-KR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 - Event Date : 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행사일</a:t>
            </a:r>
            <a:endParaRPr lang="en-US" altLang="ko-KR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 - Event Location : 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행사 장소</a:t>
            </a:r>
            <a:endParaRPr lang="en-US" altLang="ko-KR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 - Hospital Name : 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리스트에서 선택</a:t>
            </a:r>
            <a:endParaRPr lang="en-US" altLang="ko-KR" sz="1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39585" y="3763154"/>
            <a:ext cx="48463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2.    HCP </a:t>
            </a:r>
            <a:r>
              <a:rPr lang="en-US" altLang="ko-KR" sz="1100" dirty="0" err="1">
                <a:latin typeface="Calibri" panose="020F0502020204030204" pitchFamily="34" charset="0"/>
                <a:cs typeface="Calibri" panose="020F0502020204030204" pitchFamily="34" charset="0"/>
              </a:rPr>
              <a:t>Meals_Multi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 Org.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E14F79-8B65-D11C-564E-02C9E287C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387" y="1457624"/>
            <a:ext cx="4808637" cy="2834886"/>
          </a:xfrm>
          <a:prstGeom prst="rect">
            <a:avLst/>
          </a:prstGeom>
          <a:ln w="38100">
            <a:solidFill>
              <a:srgbClr val="00B0F0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9876476-4290-B9E6-E749-82988DCAEC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4422" y="304529"/>
            <a:ext cx="5227773" cy="6248942"/>
          </a:xfrm>
          <a:prstGeom prst="rect">
            <a:avLst/>
          </a:prstGeom>
          <a:ln w="38100">
            <a:solidFill>
              <a:srgbClr val="00B0F0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90436A2-2DD7-6557-6BEC-6030122259D2}"/>
              </a:ext>
            </a:extLst>
          </p:cNvPr>
          <p:cNvSpPr txBox="1"/>
          <p:nvPr/>
        </p:nvSpPr>
        <p:spPr>
          <a:xfrm>
            <a:off x="4208107" y="4498240"/>
            <a:ext cx="219269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latin typeface="Calibri" panose="020F0502020204030204" pitchFamily="34" charset="0"/>
                <a:cs typeface="Calibri" panose="020F0502020204030204" pitchFamily="34" charset="0"/>
              </a:rPr>
              <a:t>★  </a:t>
            </a:r>
            <a:r>
              <a:rPr lang="ko-KR" alt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증빙 </a:t>
            </a:r>
            <a:r>
              <a:rPr lang="en-US" altLang="ko-KR" sz="1100" b="1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US" altLang="ko-KR" sz="1100" b="1" dirty="0">
                <a:latin typeface="Calibri" panose="020F0502020204030204" pitchFamily="34" charset="0"/>
                <a:cs typeface="Calibri" panose="020F0502020204030204" pitchFamily="34" charset="0"/>
              </a:rPr>
              <a:t> 1) </a:t>
            </a:r>
            <a:r>
              <a:rPr lang="ko-KR" alt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결제 영수증 </a:t>
            </a:r>
            <a:endParaRPr lang="en-US" altLang="ko-KR" sz="11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ko-KR" alt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1100" b="1" dirty="0">
                <a:latin typeface="Calibri" panose="020F0502020204030204" pitchFamily="34" charset="0"/>
                <a:cs typeface="Calibri" panose="020F0502020204030204" pitchFamily="34" charset="0"/>
              </a:rPr>
              <a:t>2) </a:t>
            </a:r>
            <a:r>
              <a:rPr lang="ko-KR" alt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승인 완료된 </a:t>
            </a:r>
            <a:r>
              <a:rPr lang="en-US" altLang="ko-KR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eYulchon</a:t>
            </a:r>
            <a:r>
              <a:rPr lang="en-US" altLang="ko-KR" sz="11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ko-KR" alt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사후 비용정산서</a:t>
            </a:r>
            <a:endParaRPr lang="en-US" altLang="ko-KR" sz="11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US" altLang="ko-KR" sz="11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ko-KR" sz="1100" b="1" dirty="0">
                <a:latin typeface="Calibri" panose="020F0502020204030204" pitchFamily="34" charset="0"/>
                <a:cs typeface="Calibri" panose="020F0502020204030204" pitchFamily="34" charset="0"/>
              </a:rPr>
              <a:t>★  Attendee</a:t>
            </a:r>
            <a:r>
              <a:rPr lang="ko-KR" alt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는 생략 가능</a:t>
            </a:r>
            <a:endParaRPr lang="en-US" altLang="ko-KR" sz="11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4EB9B9B-C537-1300-C402-BC631E99C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810" y="685875"/>
            <a:ext cx="10750696" cy="644161"/>
          </a:xfrm>
        </p:spPr>
        <p:txBody>
          <a:bodyPr>
            <a:normAutofit/>
          </a:bodyPr>
          <a:lstStyle/>
          <a:p>
            <a:r>
              <a:rPr lang="en-US" altLang="ko-KR" sz="3500" dirty="0">
                <a:latin typeface="Calibri" panose="020F0502020204030204" pitchFamily="34" charset="0"/>
                <a:cs typeface="Calibri" panose="020F0502020204030204" pitchFamily="34" charset="0"/>
              </a:rPr>
              <a:t>Report </a:t>
            </a:r>
            <a:r>
              <a:rPr lang="en-US" altLang="ko-KR" sz="3500" dirty="0" err="1">
                <a:latin typeface="Calibri" panose="020F0502020204030204" pitchFamily="34" charset="0"/>
                <a:cs typeface="Calibri" panose="020F0502020204030204" pitchFamily="34" charset="0"/>
              </a:rPr>
              <a:t>Creation_HCP</a:t>
            </a:r>
            <a:r>
              <a:rPr lang="ko-KR" altLang="en-US" sz="3500" dirty="0">
                <a:latin typeface="Calibri" panose="020F0502020204030204" pitchFamily="34" charset="0"/>
                <a:cs typeface="Calibri" panose="020F0502020204030204" pitchFamily="34" charset="0"/>
              </a:rPr>
              <a:t> 비용</a:t>
            </a:r>
          </a:p>
        </p:txBody>
      </p:sp>
    </p:spTree>
    <p:extLst>
      <p:ext uri="{BB962C8B-B14F-4D97-AF65-F5344CB8AC3E}">
        <p14:creationId xmlns:p14="http://schemas.microsoft.com/office/powerpoint/2010/main" val="221024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025339" y="3680129"/>
            <a:ext cx="68277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모든 비용의 증빙 첨부 및 정보 입력이 완료되었다면 우측 상단의 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Submit Report</a:t>
            </a:r>
            <a:r>
              <a:rPr lang="ko-KR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를 클릭하여 제출한다</a:t>
            </a:r>
            <a:r>
              <a:rPr lang="en-US" altLang="ko-KR" sz="11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28600" indent="-228600">
              <a:buAutoNum type="arabicPeriod"/>
            </a:pPr>
            <a:endParaRPr lang="en-US" altLang="ko-KR" sz="1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제목 3"/>
          <p:cNvSpPr>
            <a:spLocks noGrp="1"/>
          </p:cNvSpPr>
          <p:nvPr>
            <p:ph type="title"/>
          </p:nvPr>
        </p:nvSpPr>
        <p:spPr>
          <a:xfrm>
            <a:off x="713810" y="685875"/>
            <a:ext cx="6135877" cy="644161"/>
          </a:xfrm>
        </p:spPr>
        <p:txBody>
          <a:bodyPr>
            <a:normAutofit/>
          </a:bodyPr>
          <a:lstStyle/>
          <a:p>
            <a:r>
              <a:rPr lang="en-US" altLang="ko-KR" sz="3500" dirty="0">
                <a:latin typeface="Calibri" panose="020F0502020204030204" pitchFamily="34" charset="0"/>
                <a:cs typeface="Calibri" panose="020F0502020204030204" pitchFamily="34" charset="0"/>
              </a:rPr>
              <a:t>Report Submission</a:t>
            </a:r>
            <a:endParaRPr lang="ko-KR" altLang="en-US" sz="35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1E9D43-A603-A8AD-1941-D2D471FD5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886" y="2123465"/>
            <a:ext cx="11570849" cy="1052486"/>
          </a:xfrm>
          <a:prstGeom prst="rect">
            <a:avLst/>
          </a:prstGeom>
          <a:ln w="38100">
            <a:solidFill>
              <a:srgbClr val="00B0F0"/>
            </a:solidFill>
          </a:ln>
        </p:spPr>
      </p:pic>
      <p:sp>
        <p:nvSpPr>
          <p:cNvPr id="9" name="모서리가 둥근 직사각형 15">
            <a:extLst>
              <a:ext uri="{FF2B5EF4-FFF2-40B4-BE49-F238E27FC236}">
                <a16:creationId xmlns:a16="http://schemas.microsoft.com/office/drawing/2014/main" id="{96B8F3D3-B43C-D6D0-5060-37B1CA29B986}"/>
              </a:ext>
            </a:extLst>
          </p:cNvPr>
          <p:cNvSpPr/>
          <p:nvPr/>
        </p:nvSpPr>
        <p:spPr>
          <a:xfrm>
            <a:off x="11083297" y="2360023"/>
            <a:ext cx="875438" cy="36360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38100">
                <a:solidFill>
                  <a:schemeClr val="tx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287550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553F50-A34D-227E-64DD-C970F34D87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8795"/>
            <a:ext cx="12192000" cy="55404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074AB0-31D9-B8B7-739C-FB89D9E924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547" y="1790212"/>
            <a:ext cx="12192000" cy="5591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583210"/>
      </p:ext>
    </p:extLst>
  </p:cSld>
  <p:clrMapOvr>
    <a:masterClrMapping/>
  </p:clrMapOvr>
  <p:transition spd="slow">
    <p:wipe dir="r"/>
  </p:transition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621</Words>
  <Application>Microsoft Office PowerPoint</Application>
  <PresentationFormat>Widescreen</PresentationFormat>
  <Paragraphs>73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맑은 고딕</vt:lpstr>
      <vt:lpstr>Arial</vt:lpstr>
      <vt:lpstr>Calibri</vt:lpstr>
      <vt:lpstr>Century Gothic</vt:lpstr>
      <vt:lpstr>Office 테마</vt:lpstr>
      <vt:lpstr>PowerPoint Presentation</vt:lpstr>
      <vt:lpstr>Report Creation</vt:lpstr>
      <vt:lpstr>Report Creation_법인카드</vt:lpstr>
      <vt:lpstr>Report Creation_법인카드</vt:lpstr>
      <vt:lpstr>Report Creation_개인카드/현금</vt:lpstr>
      <vt:lpstr>Report Creation_개인카드/현금</vt:lpstr>
      <vt:lpstr>Report Creation_HCP 비용</vt:lpstr>
      <vt:lpstr>Report Submission</vt:lpstr>
      <vt:lpstr>PowerPoint Presentation</vt:lpstr>
    </vt:vector>
  </TitlesOfParts>
  <Company>Intuitive Surgical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Alicia  Kim / 김옥인</dc:creator>
  <cp:lastModifiedBy>Jun Jung</cp:lastModifiedBy>
  <cp:revision>26</cp:revision>
  <dcterms:created xsi:type="dcterms:W3CDTF">2018-02-01T02:05:53Z</dcterms:created>
  <dcterms:modified xsi:type="dcterms:W3CDTF">2026-10-09T10:04:59Z</dcterms:modified>
</cp:coreProperties>
</file>